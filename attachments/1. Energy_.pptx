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y="5143500" cx="9144000"/>
  <p:notesSz cx="6858000" cy="9144000"/>
  <p:embeddedFontLst>
    <p:embeddedFont>
      <p:font typeface="Gill Sans"/>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0" roundtripDataSignature="AMtx7mipWnkQ+MylJchef9i19Zripf7a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E29BD16-4307-4C88-9AC6-A157FF8AC24C}">
  <a:tblStyle styleId="{DE29BD16-4307-4C88-9AC6-A157FF8AC24C}" styleName="Table_0">
    <a:wholeTbl>
      <a:tcTxStyle b="off" i="off">
        <a:font>
          <a:latin typeface="Gill Sans MT"/>
          <a:ea typeface="Gill Sans MT"/>
          <a:cs typeface="Gill Sans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EF2E7"/>
          </a:solidFill>
        </a:fill>
      </a:tcStyle>
    </a:wholeTbl>
    <a:band1H>
      <a:tcTxStyle b="off" i="off"/>
      <a:tcStyle>
        <a:fill>
          <a:solidFill>
            <a:srgbClr val="FCE4CB"/>
          </a:solidFill>
        </a:fill>
      </a:tcStyle>
    </a:band1H>
    <a:band2H>
      <a:tcTxStyle b="off" i="off"/>
    </a:band2H>
    <a:band1V>
      <a:tcTxStyle b="off" i="off"/>
      <a:tcStyle>
        <a:fill>
          <a:solidFill>
            <a:srgbClr val="FCE4CB"/>
          </a:solidFill>
        </a:fill>
      </a:tcStyle>
    </a:band1V>
    <a:band2V>
      <a:tcTxStyle b="off" i="off"/>
    </a:band2V>
    <a:lastCol>
      <a:tcTxStyle b="on" i="off">
        <a:font>
          <a:latin typeface="Gill Sans MT"/>
          <a:ea typeface="Gill Sans MT"/>
          <a:cs typeface="Gill Sans MT"/>
        </a:font>
        <a:schemeClr val="lt1"/>
      </a:tcTxStyle>
      <a:tcStyle>
        <a:fill>
          <a:solidFill>
            <a:schemeClr val="accent1"/>
          </a:solidFill>
        </a:fill>
      </a:tcStyle>
    </a:lastCol>
    <a:firstCol>
      <a:tcTxStyle b="on" i="off">
        <a:font>
          <a:latin typeface="Gill Sans MT"/>
          <a:ea typeface="Gill Sans MT"/>
          <a:cs typeface="Gill Sans MT"/>
        </a:font>
        <a:schemeClr val="lt1"/>
      </a:tcTxStyle>
      <a:tcStyle>
        <a:fill>
          <a:solidFill>
            <a:schemeClr val="accent1"/>
          </a:solidFill>
        </a:fill>
      </a:tcStyle>
    </a:firstCol>
    <a:lastRow>
      <a:tcTxStyle b="on" i="off">
        <a:font>
          <a:latin typeface="Gill Sans MT"/>
          <a:ea typeface="Gill Sans MT"/>
          <a:cs typeface="Gill Sans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Gill Sans MT"/>
          <a:ea typeface="Gill Sans MT"/>
          <a:cs typeface="Gill Sans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GillSans-bold.fntdata"/><Relationship Id="rId16" Type="http://schemas.openxmlformats.org/officeDocument/2006/relationships/slide" Target="slides/slide9.xml"/><Relationship Id="rId38" Type="http://schemas.openxmlformats.org/officeDocument/2006/relationships/font" Target="fonts/GillSans-regular.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9b1c39d1f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light, kinetic, elastic potential, </a:t>
            </a:r>
            <a:r>
              <a:rPr lang="en-US"/>
              <a:t>electrical, magnetic, </a:t>
            </a:r>
            <a:r>
              <a:rPr lang="en-US"/>
              <a:t> </a:t>
            </a:r>
            <a:r>
              <a:rPr b="1" i="1" lang="en-US"/>
              <a:t>mechanical (KE + GPE)</a:t>
            </a:r>
            <a:endParaRPr b="1" i="1"/>
          </a:p>
        </p:txBody>
      </p:sp>
      <p:sp>
        <p:nvSpPr>
          <p:cNvPr id="161" name="Google Shape;161;g39b1c39d1f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9b1c39d1f6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g39b1c39d1f6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9b1c39d1f6_0_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10066"/>
              </a:buClr>
              <a:buSzPts val="2400"/>
              <a:buFont typeface="Arial"/>
              <a:buNone/>
            </a:pPr>
            <a:fld id="{00000000-1234-1234-1234-123412341234}" type="slidenum">
              <a:rPr b="0" i="0" lang="en-US" sz="2400" u="none" cap="none" strike="noStrike">
                <a:solidFill>
                  <a:srgbClr val="010066"/>
                </a:solidFill>
                <a:latin typeface="Arial"/>
                <a:ea typeface="Arial"/>
                <a:cs typeface="Arial"/>
                <a:sym typeface="Arial"/>
              </a:rPr>
              <a:t>‹#›</a:t>
            </a:fld>
            <a:endParaRPr/>
          </a:p>
        </p:txBody>
      </p:sp>
      <p:sp>
        <p:nvSpPr>
          <p:cNvPr id="199" name="Google Shape;199;g39b1c39d1f6_0_5:notes"/>
          <p:cNvSpPr txBox="1"/>
          <p:nvPr/>
        </p:nvSpPr>
        <p:spPr>
          <a:xfrm>
            <a:off x="1574800" y="88900"/>
            <a:ext cx="38355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10066"/>
              </a:buClr>
              <a:buSzPts val="2400"/>
              <a:buFont typeface="Arial"/>
              <a:buNone/>
            </a:pPr>
            <a:r>
              <a:rPr b="0" i="0" lang="en-US" sz="2400" u="none" cap="none" strike="noStrike">
                <a:solidFill>
                  <a:srgbClr val="010066"/>
                </a:solidFill>
                <a:latin typeface="Arial"/>
                <a:ea typeface="Arial"/>
                <a:cs typeface="Arial"/>
                <a:sym typeface="Arial"/>
              </a:rPr>
              <a:t>Boardworks AS Physics </a:t>
            </a:r>
            <a:endParaRPr/>
          </a:p>
          <a:p>
            <a:pPr indent="0" lvl="0" marL="0" marR="0" rtl="0" algn="ctr">
              <a:lnSpc>
                <a:spcPct val="100000"/>
              </a:lnSpc>
              <a:spcBef>
                <a:spcPts val="0"/>
              </a:spcBef>
              <a:spcAft>
                <a:spcPts val="0"/>
              </a:spcAft>
              <a:buClr>
                <a:srgbClr val="010066"/>
              </a:buClr>
              <a:buSzPts val="2400"/>
              <a:buFont typeface="Arial"/>
              <a:buNone/>
            </a:pPr>
            <a:r>
              <a:rPr b="0" i="0" lang="en-US" sz="2400" u="none" cap="none" strike="noStrike">
                <a:solidFill>
                  <a:srgbClr val="010066"/>
                </a:solidFill>
                <a:latin typeface="Arial"/>
                <a:ea typeface="Arial"/>
                <a:cs typeface="Arial"/>
                <a:sym typeface="Arial"/>
              </a:rPr>
              <a:t>Title of presentation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9d229c1d1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9d229c1d1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39d229c1d1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9b1c39d1f6_0_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g39b1c39d1f6_0_1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Photo credit: NASA</a:t>
            </a:r>
            <a:endParaRPr/>
          </a:p>
          <a:p>
            <a:pPr indent="0" lvl="0" marL="0" rtl="0" algn="l">
              <a:spcBef>
                <a:spcPts val="0"/>
              </a:spcBef>
              <a:spcAft>
                <a:spcPts val="0"/>
              </a:spcAft>
              <a:buSzPts val="1800"/>
              <a:buNone/>
            </a:pPr>
            <a:r>
              <a:rPr lang="en-US"/>
              <a:t>From Launch Pad 39A at NASA's Kennedy Space Center in Florida, space shuttle Discovery races toward space atop towers of flame. Clouds of smoke and steam engulf the pad below. Launch on mission STS-119 was on time at 7:43 p.m.</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Teacher notes</a:t>
            </a:r>
            <a:endParaRPr/>
          </a:p>
          <a:p>
            <a:pPr indent="0" lvl="0" marL="0" rtl="0" algn="l">
              <a:spcBef>
                <a:spcPts val="0"/>
              </a:spcBef>
              <a:spcAft>
                <a:spcPts val="0"/>
              </a:spcAft>
              <a:buSzPts val="1800"/>
              <a:buNone/>
            </a:pPr>
            <a:r>
              <a:rPr lang="en-US"/>
              <a:t>Students could be asked to list energy changes in difference devices, such as power stations, engines and household appliances.</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See the ‘Materials’ presentation for more information about elastic potential energy.</a:t>
            </a:r>
            <a:endParaRPr/>
          </a:p>
        </p:txBody>
      </p:sp>
      <p:sp>
        <p:nvSpPr>
          <p:cNvPr id="260" name="Google Shape;260;g39b1c39d1f6_0_1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10066"/>
              </a:buClr>
              <a:buSzPts val="2400"/>
              <a:buFont typeface="Arial"/>
              <a:buNone/>
            </a:pPr>
            <a:fld id="{00000000-1234-1234-1234-123412341234}" type="slidenum">
              <a:rPr b="0" i="0" lang="en-US" sz="2400" u="none" cap="none" strike="noStrike">
                <a:solidFill>
                  <a:srgbClr val="010066"/>
                </a:solidFill>
                <a:latin typeface="Arial"/>
                <a:ea typeface="Arial"/>
                <a:cs typeface="Arial"/>
                <a:sym typeface="Arial"/>
              </a:rPr>
              <a:t>‹#›</a:t>
            </a:fld>
            <a:endParaRPr/>
          </a:p>
        </p:txBody>
      </p:sp>
      <p:sp>
        <p:nvSpPr>
          <p:cNvPr id="261" name="Google Shape;261;g39b1c39d1f6_0_111:notes"/>
          <p:cNvSpPr txBox="1"/>
          <p:nvPr/>
        </p:nvSpPr>
        <p:spPr>
          <a:xfrm>
            <a:off x="1574800" y="88900"/>
            <a:ext cx="38355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10066"/>
              </a:buClr>
              <a:buSzPts val="2400"/>
              <a:buFont typeface="Arial"/>
              <a:buNone/>
            </a:pPr>
            <a:r>
              <a:rPr b="0" i="0" lang="en-US" sz="2400" u="none" cap="none" strike="noStrike">
                <a:solidFill>
                  <a:srgbClr val="010066"/>
                </a:solidFill>
                <a:latin typeface="Arial"/>
                <a:ea typeface="Arial"/>
                <a:cs typeface="Arial"/>
                <a:sym typeface="Arial"/>
              </a:rPr>
              <a:t>Boardworks AS Physics </a:t>
            </a:r>
            <a:endParaRPr/>
          </a:p>
          <a:p>
            <a:pPr indent="0" lvl="0" marL="0" marR="0" rtl="0" algn="ctr">
              <a:lnSpc>
                <a:spcPct val="100000"/>
              </a:lnSpc>
              <a:spcBef>
                <a:spcPts val="0"/>
              </a:spcBef>
              <a:spcAft>
                <a:spcPts val="0"/>
              </a:spcAft>
              <a:buClr>
                <a:srgbClr val="010066"/>
              </a:buClr>
              <a:buSzPts val="2400"/>
              <a:buFont typeface="Arial"/>
              <a:buNone/>
            </a:pPr>
            <a:r>
              <a:rPr b="0" i="0" lang="en-US" sz="2400" u="none" cap="none" strike="noStrike">
                <a:solidFill>
                  <a:srgbClr val="010066"/>
                </a:solidFill>
                <a:latin typeface="Arial"/>
                <a:ea typeface="Arial"/>
                <a:cs typeface="Arial"/>
                <a:sym typeface="Arial"/>
              </a:rPr>
              <a:t>Title of presentation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 name="Google Shape;28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 name="Google Shape;29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9d229c1d1a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9d229c1d1a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g39d229c1d1a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accent1"/>
        </a:solidFill>
      </p:bgPr>
    </p:bg>
    <p:spTree>
      <p:nvGrpSpPr>
        <p:cNvPr id="17" name="Shape 17"/>
        <p:cNvGrpSpPr/>
        <p:nvPr/>
      </p:nvGrpSpPr>
      <p:grpSpPr>
        <a:xfrm>
          <a:off x="0" y="0"/>
          <a:ext cx="0" cy="0"/>
          <a:chOff x="0" y="0"/>
          <a:chExt cx="0" cy="0"/>
        </a:xfrm>
      </p:grpSpPr>
      <p:sp>
        <p:nvSpPr>
          <p:cNvPr id="18" name="Google Shape;18;p36" title="scalloped circle"/>
          <p:cNvSpPr/>
          <p:nvPr/>
        </p:nvSpPr>
        <p:spPr>
          <a:xfrm>
            <a:off x="2667763" y="473202"/>
            <a:ext cx="3926681" cy="3921919"/>
          </a:xfrm>
          <a:custGeom>
            <a:rect b="b" l="l" r="r" t="t"/>
            <a:pathLst>
              <a:path extrusionOk="0" h="3294" w="3298">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lt2"/>
          </a:solidFill>
          <a:ln>
            <a:noFill/>
          </a:ln>
        </p:spPr>
      </p:sp>
      <p:sp>
        <p:nvSpPr>
          <p:cNvPr id="19" name="Google Shape;19;p36"/>
          <p:cNvSpPr txBox="1"/>
          <p:nvPr>
            <p:ph type="ctrTitle"/>
          </p:nvPr>
        </p:nvSpPr>
        <p:spPr>
          <a:xfrm>
            <a:off x="808892" y="823791"/>
            <a:ext cx="7738814" cy="3296241"/>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2"/>
              </a:buClr>
              <a:buSzPts val="7500"/>
              <a:buFont typeface="Impact"/>
              <a:buNone/>
              <a:defRPr sz="7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6"/>
          <p:cNvSpPr txBox="1"/>
          <p:nvPr>
            <p:ph idx="1" type="subTitle"/>
          </p:nvPr>
        </p:nvSpPr>
        <p:spPr>
          <a:xfrm>
            <a:off x="1661284" y="4484398"/>
            <a:ext cx="6034030" cy="556709"/>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525"/>
              </a:spcBef>
              <a:spcAft>
                <a:spcPts val="0"/>
              </a:spcAft>
              <a:buSzPts val="1500"/>
              <a:buNone/>
              <a:defRPr b="1" i="0" sz="1500" cap="none">
                <a:solidFill>
                  <a:schemeClr val="dk2"/>
                </a:solidFill>
              </a:defRPr>
            </a:lvl1pPr>
            <a:lvl2pPr lvl="1" algn="ctr">
              <a:lnSpc>
                <a:spcPct val="110000"/>
              </a:lnSpc>
              <a:spcBef>
                <a:spcPts val="525"/>
              </a:spcBef>
              <a:spcAft>
                <a:spcPts val="0"/>
              </a:spcAft>
              <a:buSzPts val="1500"/>
              <a:buNone/>
              <a:defRPr sz="1500"/>
            </a:lvl2pPr>
            <a:lvl3pPr lvl="2" algn="ctr">
              <a:lnSpc>
                <a:spcPct val="110000"/>
              </a:lnSpc>
              <a:spcBef>
                <a:spcPts val="525"/>
              </a:spcBef>
              <a:spcAft>
                <a:spcPts val="0"/>
              </a:spcAft>
              <a:buSzPts val="1350"/>
              <a:buNone/>
              <a:defRPr sz="1350"/>
            </a:lvl3pPr>
            <a:lvl4pPr lvl="3" algn="ctr">
              <a:lnSpc>
                <a:spcPct val="110000"/>
              </a:lnSpc>
              <a:spcBef>
                <a:spcPts val="525"/>
              </a:spcBef>
              <a:spcAft>
                <a:spcPts val="0"/>
              </a:spcAft>
              <a:buSzPts val="1200"/>
              <a:buNone/>
              <a:defRPr sz="1200"/>
            </a:lvl4pPr>
            <a:lvl5pPr lvl="4" algn="ctr">
              <a:lnSpc>
                <a:spcPct val="110000"/>
              </a:lnSpc>
              <a:spcBef>
                <a:spcPts val="525"/>
              </a:spcBef>
              <a:spcAft>
                <a:spcPts val="0"/>
              </a:spcAft>
              <a:buSzPts val="1200"/>
              <a:buNone/>
              <a:defRPr sz="1200"/>
            </a:lvl5pPr>
            <a:lvl6pPr lvl="5" algn="ctr">
              <a:lnSpc>
                <a:spcPct val="110000"/>
              </a:lnSpc>
              <a:spcBef>
                <a:spcPts val="525"/>
              </a:spcBef>
              <a:spcAft>
                <a:spcPts val="0"/>
              </a:spcAft>
              <a:buSzPts val="1200"/>
              <a:buNone/>
              <a:defRPr sz="1200"/>
            </a:lvl6pPr>
            <a:lvl7pPr lvl="6" algn="ctr">
              <a:lnSpc>
                <a:spcPct val="110000"/>
              </a:lnSpc>
              <a:spcBef>
                <a:spcPts val="525"/>
              </a:spcBef>
              <a:spcAft>
                <a:spcPts val="0"/>
              </a:spcAft>
              <a:buSzPts val="1200"/>
              <a:buNone/>
              <a:defRPr sz="1200"/>
            </a:lvl7pPr>
            <a:lvl8pPr lvl="7" algn="ctr">
              <a:lnSpc>
                <a:spcPct val="110000"/>
              </a:lnSpc>
              <a:spcBef>
                <a:spcPts val="525"/>
              </a:spcBef>
              <a:spcAft>
                <a:spcPts val="0"/>
              </a:spcAft>
              <a:buSzPts val="1200"/>
              <a:buNone/>
              <a:defRPr sz="1200"/>
            </a:lvl8pPr>
            <a:lvl9pPr lvl="8" algn="ctr">
              <a:lnSpc>
                <a:spcPct val="110000"/>
              </a:lnSpc>
              <a:spcBef>
                <a:spcPts val="525"/>
              </a:spcBef>
              <a:spcAft>
                <a:spcPts val="0"/>
              </a:spcAft>
              <a:buSzPts val="1200"/>
              <a:buNone/>
              <a:defRPr sz="1200"/>
            </a:lvl9pPr>
          </a:lstStyle>
          <a:p/>
        </p:txBody>
      </p:sp>
      <p:sp>
        <p:nvSpPr>
          <p:cNvPr id="21" name="Google Shape;21;p36"/>
          <p:cNvSpPr txBox="1"/>
          <p:nvPr>
            <p:ph idx="10" type="dt"/>
          </p:nvPr>
        </p:nvSpPr>
        <p:spPr>
          <a:xfrm>
            <a:off x="808892" y="4781759"/>
            <a:ext cx="1747292" cy="26134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895E0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6"/>
          <p:cNvSpPr txBox="1"/>
          <p:nvPr>
            <p:ph idx="11" type="ftr"/>
          </p:nvPr>
        </p:nvSpPr>
        <p:spPr>
          <a:xfrm>
            <a:off x="3135249" y="4781759"/>
            <a:ext cx="3086100" cy="25934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895E0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6"/>
          <p:cNvSpPr txBox="1"/>
          <p:nvPr>
            <p:ph idx="12" type="sldNum"/>
          </p:nvPr>
        </p:nvSpPr>
        <p:spPr>
          <a:xfrm>
            <a:off x="6800414" y="4781759"/>
            <a:ext cx="1747292" cy="25934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5E04"/>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5E04"/>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5E04"/>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5E04"/>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5E04"/>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5E04"/>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5E04"/>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5E04"/>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5E04"/>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24" name="Google Shape;24;p36" title="left edge border"/>
          <p:cNvSpPr/>
          <p:nvPr/>
        </p:nvSpPr>
        <p:spPr>
          <a:xfrm>
            <a:off x="0" y="0"/>
            <a:ext cx="212598"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7"/>
          <p:cNvSpPr txBox="1"/>
          <p:nvPr>
            <p:ph type="title"/>
          </p:nvPr>
        </p:nvSpPr>
        <p:spPr>
          <a:xfrm>
            <a:off x="938758" y="286789"/>
            <a:ext cx="7633742" cy="111909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7"/>
          <p:cNvSpPr txBox="1"/>
          <p:nvPr>
            <p:ph idx="1" type="body"/>
          </p:nvPr>
        </p:nvSpPr>
        <p:spPr>
          <a:xfrm>
            <a:off x="938758" y="1714501"/>
            <a:ext cx="7633742" cy="2695193"/>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525"/>
              </a:spcBef>
              <a:spcAft>
                <a:spcPts val="0"/>
              </a:spcAft>
              <a:buSzPts val="1800"/>
              <a:buChar char="•"/>
              <a:defRPr/>
            </a:lvl1pPr>
            <a:lvl2pPr indent="-342900" lvl="1" marL="914400" algn="l">
              <a:lnSpc>
                <a:spcPct val="110000"/>
              </a:lnSpc>
              <a:spcBef>
                <a:spcPts val="525"/>
              </a:spcBef>
              <a:spcAft>
                <a:spcPts val="0"/>
              </a:spcAft>
              <a:buSzPts val="1800"/>
              <a:buChar char="–"/>
              <a:defRPr/>
            </a:lvl2pPr>
            <a:lvl3pPr indent="-342900" lvl="2" marL="1371600" algn="l">
              <a:lnSpc>
                <a:spcPct val="110000"/>
              </a:lnSpc>
              <a:spcBef>
                <a:spcPts val="525"/>
              </a:spcBef>
              <a:spcAft>
                <a:spcPts val="0"/>
              </a:spcAft>
              <a:buSzPts val="1800"/>
              <a:buChar char="•"/>
              <a:defRPr/>
            </a:lvl3pPr>
            <a:lvl4pPr indent="-342900" lvl="3" marL="1828800" algn="l">
              <a:lnSpc>
                <a:spcPct val="110000"/>
              </a:lnSpc>
              <a:spcBef>
                <a:spcPts val="525"/>
              </a:spcBef>
              <a:spcAft>
                <a:spcPts val="0"/>
              </a:spcAft>
              <a:buSzPts val="1800"/>
              <a:buChar char="–"/>
              <a:defRPr/>
            </a:lvl4pPr>
            <a:lvl5pPr indent="-342900" lvl="4" marL="2286000" algn="l">
              <a:lnSpc>
                <a:spcPct val="110000"/>
              </a:lnSpc>
              <a:spcBef>
                <a:spcPts val="525"/>
              </a:spcBef>
              <a:spcAft>
                <a:spcPts val="0"/>
              </a:spcAft>
              <a:buSzPts val="1800"/>
              <a:buChar char="•"/>
              <a:defRPr/>
            </a:lvl5pPr>
            <a:lvl6pPr indent="-342900" lvl="5" marL="2743200" algn="l">
              <a:lnSpc>
                <a:spcPct val="110000"/>
              </a:lnSpc>
              <a:spcBef>
                <a:spcPts val="525"/>
              </a:spcBef>
              <a:spcAft>
                <a:spcPts val="0"/>
              </a:spcAft>
              <a:buSzPts val="1800"/>
              <a:buChar char="–"/>
              <a:defRPr/>
            </a:lvl6pPr>
            <a:lvl7pPr indent="-342900" lvl="6" marL="3200400" algn="l">
              <a:lnSpc>
                <a:spcPct val="110000"/>
              </a:lnSpc>
              <a:spcBef>
                <a:spcPts val="525"/>
              </a:spcBef>
              <a:spcAft>
                <a:spcPts val="0"/>
              </a:spcAft>
              <a:buSzPts val="1800"/>
              <a:buChar char="•"/>
              <a:defRPr/>
            </a:lvl7pPr>
            <a:lvl8pPr indent="-342900" lvl="7" marL="3657600" algn="l">
              <a:lnSpc>
                <a:spcPct val="110000"/>
              </a:lnSpc>
              <a:spcBef>
                <a:spcPts val="525"/>
              </a:spcBef>
              <a:spcAft>
                <a:spcPts val="0"/>
              </a:spcAft>
              <a:buSzPts val="1800"/>
              <a:buChar char="–"/>
              <a:defRPr/>
            </a:lvl8pPr>
            <a:lvl9pPr indent="-342900" lvl="8" marL="4114800" algn="l">
              <a:lnSpc>
                <a:spcPct val="110000"/>
              </a:lnSpc>
              <a:spcBef>
                <a:spcPts val="525"/>
              </a:spcBef>
              <a:spcAft>
                <a:spcPts val="0"/>
              </a:spcAft>
              <a:buSzPts val="1800"/>
              <a:buChar char="•"/>
              <a:defRPr/>
            </a:lvl9pPr>
          </a:lstStyle>
          <a:p/>
        </p:txBody>
      </p:sp>
      <p:sp>
        <p:nvSpPr>
          <p:cNvPr id="28" name="Google Shape;28;p37"/>
          <p:cNvSpPr txBox="1"/>
          <p:nvPr>
            <p:ph idx="10" type="dt"/>
          </p:nvPr>
        </p:nvSpPr>
        <p:spPr>
          <a:xfrm>
            <a:off x="938758" y="4781759"/>
            <a:ext cx="1747292" cy="26134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7"/>
          <p:cNvSpPr txBox="1"/>
          <p:nvPr>
            <p:ph idx="11" type="ftr"/>
          </p:nvPr>
        </p:nvSpPr>
        <p:spPr>
          <a:xfrm>
            <a:off x="3028950" y="4781759"/>
            <a:ext cx="3086100" cy="25934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7"/>
          <p:cNvSpPr txBox="1"/>
          <p:nvPr>
            <p:ph idx="12" type="sldNum"/>
          </p:nvPr>
        </p:nvSpPr>
        <p:spPr>
          <a:xfrm>
            <a:off x="6457951" y="4781759"/>
            <a:ext cx="2114549" cy="25934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41"/>
          <p:cNvSpPr txBox="1"/>
          <p:nvPr>
            <p:ph type="title"/>
          </p:nvPr>
        </p:nvSpPr>
        <p:spPr>
          <a:xfrm>
            <a:off x="938758" y="286789"/>
            <a:ext cx="7633742" cy="111909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1"/>
          <p:cNvSpPr txBox="1"/>
          <p:nvPr>
            <p:ph idx="10" type="dt"/>
          </p:nvPr>
        </p:nvSpPr>
        <p:spPr>
          <a:xfrm>
            <a:off x="938758" y="4781759"/>
            <a:ext cx="1747292" cy="26134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1"/>
          <p:cNvSpPr txBox="1"/>
          <p:nvPr>
            <p:ph idx="11" type="ftr"/>
          </p:nvPr>
        </p:nvSpPr>
        <p:spPr>
          <a:xfrm>
            <a:off x="3028950" y="4781759"/>
            <a:ext cx="3086100" cy="25934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1"/>
          <p:cNvSpPr txBox="1"/>
          <p:nvPr>
            <p:ph idx="12" type="sldNum"/>
          </p:nvPr>
        </p:nvSpPr>
        <p:spPr>
          <a:xfrm>
            <a:off x="6457951" y="4781759"/>
            <a:ext cx="2114549" cy="25934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36" name="Shape 36"/>
        <p:cNvGrpSpPr/>
        <p:nvPr/>
      </p:nvGrpSpPr>
      <p:grpSpPr>
        <a:xfrm>
          <a:off x="0" y="0"/>
          <a:ext cx="0" cy="0"/>
          <a:chOff x="0" y="0"/>
          <a:chExt cx="0" cy="0"/>
        </a:xfrm>
      </p:grpSpPr>
      <p:sp>
        <p:nvSpPr>
          <p:cNvPr id="37" name="Google Shape;37;p42" title="right scallop background shape"/>
          <p:cNvSpPr/>
          <p:nvPr/>
        </p:nvSpPr>
        <p:spPr>
          <a:xfrm>
            <a:off x="5542359" y="0"/>
            <a:ext cx="3601641" cy="5143500"/>
          </a:xfrm>
          <a:custGeom>
            <a:rect b="b" l="l" r="r" t="t"/>
            <a:pathLst>
              <a:path extrusionOk="0" h="4320" w="3025">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dk2"/>
          </a:solidFill>
          <a:ln>
            <a:noFill/>
          </a:ln>
        </p:spPr>
      </p:sp>
      <p:sp>
        <p:nvSpPr>
          <p:cNvPr id="38" name="Google Shape;38;p42"/>
          <p:cNvSpPr txBox="1"/>
          <p:nvPr>
            <p:ph type="title"/>
          </p:nvPr>
        </p:nvSpPr>
        <p:spPr>
          <a:xfrm>
            <a:off x="6253414" y="342900"/>
            <a:ext cx="2319086" cy="89750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1425"/>
              <a:buFont typeface="Gill Sans"/>
              <a:buNone/>
              <a:defRPr b="1" i="0" sz="1425" cap="none">
                <a:solidFill>
                  <a:schemeClr val="accent1"/>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2"/>
          <p:cNvSpPr txBox="1"/>
          <p:nvPr>
            <p:ph idx="1" type="body"/>
          </p:nvPr>
        </p:nvSpPr>
        <p:spPr>
          <a:xfrm>
            <a:off x="573788" y="690283"/>
            <a:ext cx="4618814" cy="3738843"/>
          </a:xfrm>
          <a:prstGeom prst="rect">
            <a:avLst/>
          </a:prstGeom>
          <a:noFill/>
          <a:ln>
            <a:noFill/>
          </a:ln>
        </p:spPr>
        <p:txBody>
          <a:bodyPr anchorCtr="0" anchor="t" bIns="45700" lIns="91425" spcFirstLastPara="1" rIns="91425" wrap="square" tIns="45700">
            <a:normAutofit/>
          </a:bodyPr>
          <a:lstStyle>
            <a:lvl1pPr indent="-381000" lvl="0" marL="457200" algn="l">
              <a:lnSpc>
                <a:spcPct val="110000"/>
              </a:lnSpc>
              <a:spcBef>
                <a:spcPts val="525"/>
              </a:spcBef>
              <a:spcAft>
                <a:spcPts val="0"/>
              </a:spcAft>
              <a:buSzPts val="2400"/>
              <a:buChar char="•"/>
              <a:defRPr sz="2400"/>
            </a:lvl1pPr>
            <a:lvl2pPr indent="-361950" lvl="1" marL="914400" algn="l">
              <a:lnSpc>
                <a:spcPct val="110000"/>
              </a:lnSpc>
              <a:spcBef>
                <a:spcPts val="525"/>
              </a:spcBef>
              <a:spcAft>
                <a:spcPts val="0"/>
              </a:spcAft>
              <a:buSzPts val="2100"/>
              <a:buChar char="–"/>
              <a:defRPr sz="2100"/>
            </a:lvl2pPr>
            <a:lvl3pPr indent="-342900" lvl="2" marL="1371600" algn="l">
              <a:lnSpc>
                <a:spcPct val="110000"/>
              </a:lnSpc>
              <a:spcBef>
                <a:spcPts val="525"/>
              </a:spcBef>
              <a:spcAft>
                <a:spcPts val="0"/>
              </a:spcAft>
              <a:buSzPts val="1800"/>
              <a:buChar char="•"/>
              <a:defRPr sz="1800"/>
            </a:lvl3pPr>
            <a:lvl4pPr indent="-323850" lvl="3" marL="1828800" algn="l">
              <a:lnSpc>
                <a:spcPct val="110000"/>
              </a:lnSpc>
              <a:spcBef>
                <a:spcPts val="525"/>
              </a:spcBef>
              <a:spcAft>
                <a:spcPts val="0"/>
              </a:spcAft>
              <a:buSzPts val="1500"/>
              <a:buChar char="–"/>
              <a:defRPr sz="1500"/>
            </a:lvl4pPr>
            <a:lvl5pPr indent="-323850" lvl="4" marL="2286000" algn="l">
              <a:lnSpc>
                <a:spcPct val="110000"/>
              </a:lnSpc>
              <a:spcBef>
                <a:spcPts val="525"/>
              </a:spcBef>
              <a:spcAft>
                <a:spcPts val="0"/>
              </a:spcAft>
              <a:buSzPts val="1500"/>
              <a:buChar char="•"/>
              <a:defRPr sz="1500"/>
            </a:lvl5pPr>
            <a:lvl6pPr indent="-323850" lvl="5" marL="2743200" algn="l">
              <a:lnSpc>
                <a:spcPct val="110000"/>
              </a:lnSpc>
              <a:spcBef>
                <a:spcPts val="525"/>
              </a:spcBef>
              <a:spcAft>
                <a:spcPts val="0"/>
              </a:spcAft>
              <a:buSzPts val="1500"/>
              <a:buChar char="–"/>
              <a:defRPr sz="1500"/>
            </a:lvl6pPr>
            <a:lvl7pPr indent="-323850" lvl="6" marL="3200400" algn="l">
              <a:lnSpc>
                <a:spcPct val="110000"/>
              </a:lnSpc>
              <a:spcBef>
                <a:spcPts val="525"/>
              </a:spcBef>
              <a:spcAft>
                <a:spcPts val="0"/>
              </a:spcAft>
              <a:buSzPts val="1500"/>
              <a:buChar char="•"/>
              <a:defRPr sz="1500"/>
            </a:lvl7pPr>
            <a:lvl8pPr indent="-323850" lvl="7" marL="3657600" algn="l">
              <a:lnSpc>
                <a:spcPct val="110000"/>
              </a:lnSpc>
              <a:spcBef>
                <a:spcPts val="525"/>
              </a:spcBef>
              <a:spcAft>
                <a:spcPts val="0"/>
              </a:spcAft>
              <a:buSzPts val="1500"/>
              <a:buChar char="–"/>
              <a:defRPr sz="1500"/>
            </a:lvl8pPr>
            <a:lvl9pPr indent="-323850" lvl="8" marL="4114800" algn="l">
              <a:lnSpc>
                <a:spcPct val="110000"/>
              </a:lnSpc>
              <a:spcBef>
                <a:spcPts val="525"/>
              </a:spcBef>
              <a:spcAft>
                <a:spcPts val="0"/>
              </a:spcAft>
              <a:buSzPts val="1500"/>
              <a:buChar char="•"/>
              <a:defRPr sz="1500"/>
            </a:lvl9pPr>
          </a:lstStyle>
          <a:p/>
        </p:txBody>
      </p:sp>
      <p:sp>
        <p:nvSpPr>
          <p:cNvPr id="40" name="Google Shape;40;p42"/>
          <p:cNvSpPr txBox="1"/>
          <p:nvPr>
            <p:ph idx="2" type="body"/>
          </p:nvPr>
        </p:nvSpPr>
        <p:spPr>
          <a:xfrm>
            <a:off x="6253414" y="1306002"/>
            <a:ext cx="2319086" cy="3123123"/>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900"/>
              </a:spcBef>
              <a:spcAft>
                <a:spcPts val="0"/>
              </a:spcAft>
              <a:buSzPts val="1200"/>
              <a:buNone/>
              <a:defRPr sz="1200">
                <a:solidFill>
                  <a:schemeClr val="lt2"/>
                </a:solidFill>
              </a:defRPr>
            </a:lvl1pPr>
            <a:lvl2pPr indent="-228600" lvl="1" marL="914400" algn="l">
              <a:lnSpc>
                <a:spcPct val="110000"/>
              </a:lnSpc>
              <a:spcBef>
                <a:spcPts val="525"/>
              </a:spcBef>
              <a:spcAft>
                <a:spcPts val="0"/>
              </a:spcAft>
              <a:buSzPts val="1050"/>
              <a:buNone/>
              <a:defRPr sz="1050"/>
            </a:lvl2pPr>
            <a:lvl3pPr indent="-228600" lvl="2" marL="1371600" algn="l">
              <a:lnSpc>
                <a:spcPct val="110000"/>
              </a:lnSpc>
              <a:spcBef>
                <a:spcPts val="525"/>
              </a:spcBef>
              <a:spcAft>
                <a:spcPts val="0"/>
              </a:spcAft>
              <a:buSzPts val="900"/>
              <a:buNone/>
              <a:defRPr sz="900"/>
            </a:lvl3pPr>
            <a:lvl4pPr indent="-228600" lvl="3" marL="1828800" algn="l">
              <a:lnSpc>
                <a:spcPct val="110000"/>
              </a:lnSpc>
              <a:spcBef>
                <a:spcPts val="525"/>
              </a:spcBef>
              <a:spcAft>
                <a:spcPts val="0"/>
              </a:spcAft>
              <a:buSzPts val="750"/>
              <a:buNone/>
              <a:defRPr sz="750"/>
            </a:lvl4pPr>
            <a:lvl5pPr indent="-228600" lvl="4" marL="2286000" algn="l">
              <a:lnSpc>
                <a:spcPct val="110000"/>
              </a:lnSpc>
              <a:spcBef>
                <a:spcPts val="525"/>
              </a:spcBef>
              <a:spcAft>
                <a:spcPts val="0"/>
              </a:spcAft>
              <a:buSzPts val="750"/>
              <a:buNone/>
              <a:defRPr sz="750"/>
            </a:lvl5pPr>
            <a:lvl6pPr indent="-228600" lvl="5" marL="2743200" algn="l">
              <a:lnSpc>
                <a:spcPct val="110000"/>
              </a:lnSpc>
              <a:spcBef>
                <a:spcPts val="525"/>
              </a:spcBef>
              <a:spcAft>
                <a:spcPts val="0"/>
              </a:spcAft>
              <a:buSzPts val="750"/>
              <a:buNone/>
              <a:defRPr sz="750"/>
            </a:lvl6pPr>
            <a:lvl7pPr indent="-228600" lvl="6" marL="3200400" algn="l">
              <a:lnSpc>
                <a:spcPct val="110000"/>
              </a:lnSpc>
              <a:spcBef>
                <a:spcPts val="525"/>
              </a:spcBef>
              <a:spcAft>
                <a:spcPts val="0"/>
              </a:spcAft>
              <a:buSzPts val="750"/>
              <a:buNone/>
              <a:defRPr sz="750"/>
            </a:lvl7pPr>
            <a:lvl8pPr indent="-228600" lvl="7" marL="3657600" algn="l">
              <a:lnSpc>
                <a:spcPct val="110000"/>
              </a:lnSpc>
              <a:spcBef>
                <a:spcPts val="525"/>
              </a:spcBef>
              <a:spcAft>
                <a:spcPts val="0"/>
              </a:spcAft>
              <a:buSzPts val="750"/>
              <a:buNone/>
              <a:defRPr sz="750"/>
            </a:lvl8pPr>
            <a:lvl9pPr indent="-228600" lvl="8" marL="4114800" algn="l">
              <a:lnSpc>
                <a:spcPct val="110000"/>
              </a:lnSpc>
              <a:spcBef>
                <a:spcPts val="525"/>
              </a:spcBef>
              <a:spcAft>
                <a:spcPts val="0"/>
              </a:spcAft>
              <a:buSzPts val="750"/>
              <a:buNone/>
              <a:defRPr sz="750"/>
            </a:lvl9pPr>
          </a:lstStyle>
          <a:p/>
        </p:txBody>
      </p:sp>
      <p:sp>
        <p:nvSpPr>
          <p:cNvPr id="41" name="Google Shape;41;p42"/>
          <p:cNvSpPr txBox="1"/>
          <p:nvPr>
            <p:ph idx="10" type="dt"/>
          </p:nvPr>
        </p:nvSpPr>
        <p:spPr>
          <a:xfrm>
            <a:off x="573789" y="4781759"/>
            <a:ext cx="925016" cy="26134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2"/>
          <p:cNvSpPr txBox="1"/>
          <p:nvPr>
            <p:ph idx="11" type="ftr"/>
          </p:nvPr>
        </p:nvSpPr>
        <p:spPr>
          <a:xfrm>
            <a:off x="1577716" y="4781759"/>
            <a:ext cx="2611634" cy="25934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2"/>
          <p:cNvSpPr txBox="1"/>
          <p:nvPr>
            <p:ph idx="12" type="sldNum"/>
          </p:nvPr>
        </p:nvSpPr>
        <p:spPr>
          <a:xfrm>
            <a:off x="4268261" y="4781759"/>
            <a:ext cx="924342" cy="25934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44" name="Google Shape;44;p42" title="left edge border"/>
          <p:cNvSpPr/>
          <p:nvPr/>
        </p:nvSpPr>
        <p:spPr>
          <a:xfrm>
            <a:off x="0" y="0"/>
            <a:ext cx="212598"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orient="horz" pos="6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45" name="Shape 45"/>
        <p:cNvGrpSpPr/>
        <p:nvPr/>
      </p:nvGrpSpPr>
      <p:grpSpPr>
        <a:xfrm>
          <a:off x="0" y="0"/>
          <a:ext cx="0" cy="0"/>
          <a:chOff x="0" y="0"/>
          <a:chExt cx="0" cy="0"/>
        </a:xfrm>
      </p:grpSpPr>
      <p:sp>
        <p:nvSpPr>
          <p:cNvPr id="46" name="Google Shape;46;p39"/>
          <p:cNvSpPr txBox="1"/>
          <p:nvPr>
            <p:ph type="title"/>
          </p:nvPr>
        </p:nvSpPr>
        <p:spPr>
          <a:xfrm>
            <a:off x="2432197" y="805417"/>
            <a:ext cx="6140303" cy="304847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2"/>
              </a:buClr>
              <a:buSzPts val="6300"/>
              <a:buFont typeface="Impact"/>
              <a:buNone/>
              <a:defRPr sz="630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9"/>
          <p:cNvSpPr txBox="1"/>
          <p:nvPr>
            <p:ph idx="1" type="body"/>
          </p:nvPr>
        </p:nvSpPr>
        <p:spPr>
          <a:xfrm>
            <a:off x="2432198" y="3869836"/>
            <a:ext cx="5263116" cy="71335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25"/>
              </a:spcBef>
              <a:spcAft>
                <a:spcPts val="0"/>
              </a:spcAft>
              <a:buSzPts val="1500"/>
              <a:buNone/>
              <a:defRPr b="1" i="0" sz="1500" cap="none">
                <a:solidFill>
                  <a:schemeClr val="accent1"/>
                </a:solidFill>
              </a:defRPr>
            </a:lvl1pPr>
            <a:lvl2pPr indent="-228600" lvl="1" marL="914400" algn="l">
              <a:lnSpc>
                <a:spcPct val="110000"/>
              </a:lnSpc>
              <a:spcBef>
                <a:spcPts val="525"/>
              </a:spcBef>
              <a:spcAft>
                <a:spcPts val="0"/>
              </a:spcAft>
              <a:buSzPts val="1500"/>
              <a:buNone/>
              <a:defRPr sz="1500">
                <a:solidFill>
                  <a:schemeClr val="lt1"/>
                </a:solidFill>
              </a:defRPr>
            </a:lvl2pPr>
            <a:lvl3pPr indent="-228600" lvl="2" marL="1371600" algn="l">
              <a:lnSpc>
                <a:spcPct val="110000"/>
              </a:lnSpc>
              <a:spcBef>
                <a:spcPts val="525"/>
              </a:spcBef>
              <a:spcAft>
                <a:spcPts val="0"/>
              </a:spcAft>
              <a:buSzPts val="1350"/>
              <a:buNone/>
              <a:defRPr sz="1350">
                <a:solidFill>
                  <a:schemeClr val="lt1"/>
                </a:solidFill>
              </a:defRPr>
            </a:lvl3pPr>
            <a:lvl4pPr indent="-228600" lvl="3" marL="1828800" algn="l">
              <a:lnSpc>
                <a:spcPct val="110000"/>
              </a:lnSpc>
              <a:spcBef>
                <a:spcPts val="525"/>
              </a:spcBef>
              <a:spcAft>
                <a:spcPts val="0"/>
              </a:spcAft>
              <a:buSzPts val="1200"/>
              <a:buNone/>
              <a:defRPr sz="1200">
                <a:solidFill>
                  <a:schemeClr val="lt1"/>
                </a:solidFill>
              </a:defRPr>
            </a:lvl4pPr>
            <a:lvl5pPr indent="-228600" lvl="4" marL="2286000" algn="l">
              <a:lnSpc>
                <a:spcPct val="110000"/>
              </a:lnSpc>
              <a:spcBef>
                <a:spcPts val="525"/>
              </a:spcBef>
              <a:spcAft>
                <a:spcPts val="0"/>
              </a:spcAft>
              <a:buSzPts val="1200"/>
              <a:buNone/>
              <a:defRPr sz="1200">
                <a:solidFill>
                  <a:schemeClr val="lt1"/>
                </a:solidFill>
              </a:defRPr>
            </a:lvl5pPr>
            <a:lvl6pPr indent="-228600" lvl="5" marL="2743200" algn="l">
              <a:lnSpc>
                <a:spcPct val="110000"/>
              </a:lnSpc>
              <a:spcBef>
                <a:spcPts val="525"/>
              </a:spcBef>
              <a:spcAft>
                <a:spcPts val="0"/>
              </a:spcAft>
              <a:buSzPts val="1200"/>
              <a:buNone/>
              <a:defRPr sz="1200">
                <a:solidFill>
                  <a:schemeClr val="lt1"/>
                </a:solidFill>
              </a:defRPr>
            </a:lvl6pPr>
            <a:lvl7pPr indent="-228600" lvl="6" marL="3200400" algn="l">
              <a:lnSpc>
                <a:spcPct val="110000"/>
              </a:lnSpc>
              <a:spcBef>
                <a:spcPts val="525"/>
              </a:spcBef>
              <a:spcAft>
                <a:spcPts val="0"/>
              </a:spcAft>
              <a:buSzPts val="1200"/>
              <a:buNone/>
              <a:defRPr sz="1200">
                <a:solidFill>
                  <a:schemeClr val="lt1"/>
                </a:solidFill>
              </a:defRPr>
            </a:lvl7pPr>
            <a:lvl8pPr indent="-228600" lvl="7" marL="3657600" algn="l">
              <a:lnSpc>
                <a:spcPct val="110000"/>
              </a:lnSpc>
              <a:spcBef>
                <a:spcPts val="525"/>
              </a:spcBef>
              <a:spcAft>
                <a:spcPts val="0"/>
              </a:spcAft>
              <a:buSzPts val="1200"/>
              <a:buNone/>
              <a:defRPr sz="1200">
                <a:solidFill>
                  <a:schemeClr val="lt1"/>
                </a:solidFill>
              </a:defRPr>
            </a:lvl8pPr>
            <a:lvl9pPr indent="-228600" lvl="8" marL="4114800" algn="l">
              <a:lnSpc>
                <a:spcPct val="110000"/>
              </a:lnSpc>
              <a:spcBef>
                <a:spcPts val="525"/>
              </a:spcBef>
              <a:spcAft>
                <a:spcPts val="0"/>
              </a:spcAft>
              <a:buSzPts val="1200"/>
              <a:buNone/>
              <a:defRPr sz="1200">
                <a:solidFill>
                  <a:schemeClr val="lt1"/>
                </a:solidFill>
              </a:defRPr>
            </a:lvl9pPr>
          </a:lstStyle>
          <a:p/>
        </p:txBody>
      </p:sp>
      <p:sp>
        <p:nvSpPr>
          <p:cNvPr id="48" name="Google Shape;48;p39"/>
          <p:cNvSpPr txBox="1"/>
          <p:nvPr>
            <p:ph idx="10" type="dt"/>
          </p:nvPr>
        </p:nvSpPr>
        <p:spPr>
          <a:xfrm>
            <a:off x="2427410" y="4781759"/>
            <a:ext cx="1120460" cy="26134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9"/>
          <p:cNvSpPr txBox="1"/>
          <p:nvPr>
            <p:ph idx="11" type="ftr"/>
          </p:nvPr>
        </p:nvSpPr>
        <p:spPr>
          <a:xfrm>
            <a:off x="3959298" y="4781759"/>
            <a:ext cx="3086100" cy="25934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39"/>
          <p:cNvSpPr txBox="1"/>
          <p:nvPr>
            <p:ph idx="12" type="sldNum"/>
          </p:nvPr>
        </p:nvSpPr>
        <p:spPr>
          <a:xfrm>
            <a:off x="7456825" y="4781759"/>
            <a:ext cx="1115675" cy="25934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grpSp>
        <p:nvGrpSpPr>
          <p:cNvPr id="51" name="Google Shape;51;p39" title="left scallop shape"/>
          <p:cNvGrpSpPr/>
          <p:nvPr/>
        </p:nvGrpSpPr>
        <p:grpSpPr>
          <a:xfrm>
            <a:off x="0" y="0"/>
            <a:ext cx="2110979" cy="5143500"/>
            <a:chOff x="0" y="0"/>
            <a:chExt cx="2814638" cy="6858000"/>
          </a:xfrm>
        </p:grpSpPr>
        <p:sp>
          <p:nvSpPr>
            <p:cNvPr id="52" name="Google Shape;52;p39" title="left scallop shape"/>
            <p:cNvSpPr/>
            <p:nvPr/>
          </p:nvSpPr>
          <p:spPr>
            <a:xfrm>
              <a:off x="0" y="0"/>
              <a:ext cx="2814638" cy="6858000"/>
            </a:xfrm>
            <a:custGeom>
              <a:rect b="b" l="l" r="r" t="t"/>
              <a:pathLst>
                <a:path extrusionOk="0" h="4320" w="1773">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lt2"/>
            </a:solidFill>
            <a:ln>
              <a:noFill/>
            </a:ln>
          </p:spPr>
        </p:sp>
        <p:sp>
          <p:nvSpPr>
            <p:cNvPr id="53" name="Google Shape;53;p39" title="left scallop inline"/>
            <p:cNvSpPr/>
            <p:nvPr/>
          </p:nvSpPr>
          <p:spPr>
            <a:xfrm>
              <a:off x="874382" y="0"/>
              <a:ext cx="1646238" cy="6858000"/>
            </a:xfrm>
            <a:custGeom>
              <a:rect b="b" l="l" r="r" t="t"/>
              <a:pathLst>
                <a:path extrusionOk="0" h="4320" w="1037">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4" name="Shape 54"/>
        <p:cNvGrpSpPr/>
        <p:nvPr/>
      </p:nvGrpSpPr>
      <p:grpSpPr>
        <a:xfrm>
          <a:off x="0" y="0"/>
          <a:ext cx="0" cy="0"/>
          <a:chOff x="0" y="0"/>
          <a:chExt cx="0" cy="0"/>
        </a:xfrm>
      </p:grpSpPr>
      <p:sp>
        <p:nvSpPr>
          <p:cNvPr id="55" name="Google Shape;55;p43"/>
          <p:cNvSpPr txBox="1"/>
          <p:nvPr>
            <p:ph type="title"/>
          </p:nvPr>
        </p:nvSpPr>
        <p:spPr>
          <a:xfrm>
            <a:off x="938758" y="286789"/>
            <a:ext cx="7633742" cy="111909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3"/>
          <p:cNvSpPr txBox="1"/>
          <p:nvPr>
            <p:ph idx="1" type="body"/>
          </p:nvPr>
        </p:nvSpPr>
        <p:spPr>
          <a:xfrm>
            <a:off x="942975" y="1714500"/>
            <a:ext cx="3600450" cy="2714625"/>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525"/>
              </a:spcBef>
              <a:spcAft>
                <a:spcPts val="0"/>
              </a:spcAft>
              <a:buSzPts val="1800"/>
              <a:buChar char="•"/>
              <a:defRPr/>
            </a:lvl1pPr>
            <a:lvl2pPr indent="-342900" lvl="1" marL="914400" algn="l">
              <a:lnSpc>
                <a:spcPct val="110000"/>
              </a:lnSpc>
              <a:spcBef>
                <a:spcPts val="525"/>
              </a:spcBef>
              <a:spcAft>
                <a:spcPts val="0"/>
              </a:spcAft>
              <a:buSzPts val="1800"/>
              <a:buChar char="–"/>
              <a:defRPr/>
            </a:lvl2pPr>
            <a:lvl3pPr indent="-342900" lvl="2" marL="1371600" algn="l">
              <a:lnSpc>
                <a:spcPct val="110000"/>
              </a:lnSpc>
              <a:spcBef>
                <a:spcPts val="525"/>
              </a:spcBef>
              <a:spcAft>
                <a:spcPts val="0"/>
              </a:spcAft>
              <a:buSzPts val="1800"/>
              <a:buChar char="•"/>
              <a:defRPr/>
            </a:lvl3pPr>
            <a:lvl4pPr indent="-342900" lvl="3" marL="1828800" algn="l">
              <a:lnSpc>
                <a:spcPct val="110000"/>
              </a:lnSpc>
              <a:spcBef>
                <a:spcPts val="525"/>
              </a:spcBef>
              <a:spcAft>
                <a:spcPts val="0"/>
              </a:spcAft>
              <a:buSzPts val="1800"/>
              <a:buChar char="–"/>
              <a:defRPr/>
            </a:lvl4pPr>
            <a:lvl5pPr indent="-342900" lvl="4" marL="2286000" algn="l">
              <a:lnSpc>
                <a:spcPct val="110000"/>
              </a:lnSpc>
              <a:spcBef>
                <a:spcPts val="525"/>
              </a:spcBef>
              <a:spcAft>
                <a:spcPts val="0"/>
              </a:spcAft>
              <a:buSzPts val="1800"/>
              <a:buChar char="•"/>
              <a:defRPr/>
            </a:lvl5pPr>
            <a:lvl6pPr indent="-342900" lvl="5" marL="2743200" algn="l">
              <a:lnSpc>
                <a:spcPct val="110000"/>
              </a:lnSpc>
              <a:spcBef>
                <a:spcPts val="525"/>
              </a:spcBef>
              <a:spcAft>
                <a:spcPts val="0"/>
              </a:spcAft>
              <a:buSzPts val="1800"/>
              <a:buChar char="–"/>
              <a:defRPr/>
            </a:lvl6pPr>
            <a:lvl7pPr indent="-342900" lvl="6" marL="3200400" algn="l">
              <a:lnSpc>
                <a:spcPct val="110000"/>
              </a:lnSpc>
              <a:spcBef>
                <a:spcPts val="525"/>
              </a:spcBef>
              <a:spcAft>
                <a:spcPts val="0"/>
              </a:spcAft>
              <a:buSzPts val="1800"/>
              <a:buChar char="•"/>
              <a:defRPr/>
            </a:lvl7pPr>
            <a:lvl8pPr indent="-342900" lvl="7" marL="3657600" algn="l">
              <a:lnSpc>
                <a:spcPct val="110000"/>
              </a:lnSpc>
              <a:spcBef>
                <a:spcPts val="525"/>
              </a:spcBef>
              <a:spcAft>
                <a:spcPts val="0"/>
              </a:spcAft>
              <a:buSzPts val="1800"/>
              <a:buChar char="–"/>
              <a:defRPr/>
            </a:lvl8pPr>
            <a:lvl9pPr indent="-342900" lvl="8" marL="4114800" algn="l">
              <a:lnSpc>
                <a:spcPct val="110000"/>
              </a:lnSpc>
              <a:spcBef>
                <a:spcPts val="525"/>
              </a:spcBef>
              <a:spcAft>
                <a:spcPts val="0"/>
              </a:spcAft>
              <a:buSzPts val="1800"/>
              <a:buChar char="•"/>
              <a:defRPr/>
            </a:lvl9pPr>
          </a:lstStyle>
          <a:p/>
        </p:txBody>
      </p:sp>
      <p:sp>
        <p:nvSpPr>
          <p:cNvPr id="57" name="Google Shape;57;p43"/>
          <p:cNvSpPr txBox="1"/>
          <p:nvPr>
            <p:ph idx="2" type="body"/>
          </p:nvPr>
        </p:nvSpPr>
        <p:spPr>
          <a:xfrm>
            <a:off x="4985847" y="1714500"/>
            <a:ext cx="3600450" cy="2714625"/>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525"/>
              </a:spcBef>
              <a:spcAft>
                <a:spcPts val="0"/>
              </a:spcAft>
              <a:buSzPts val="1800"/>
              <a:buChar char="•"/>
              <a:defRPr/>
            </a:lvl1pPr>
            <a:lvl2pPr indent="-342900" lvl="1" marL="914400" algn="l">
              <a:lnSpc>
                <a:spcPct val="110000"/>
              </a:lnSpc>
              <a:spcBef>
                <a:spcPts val="525"/>
              </a:spcBef>
              <a:spcAft>
                <a:spcPts val="0"/>
              </a:spcAft>
              <a:buSzPts val="1800"/>
              <a:buChar char="–"/>
              <a:defRPr/>
            </a:lvl2pPr>
            <a:lvl3pPr indent="-342900" lvl="2" marL="1371600" algn="l">
              <a:lnSpc>
                <a:spcPct val="110000"/>
              </a:lnSpc>
              <a:spcBef>
                <a:spcPts val="525"/>
              </a:spcBef>
              <a:spcAft>
                <a:spcPts val="0"/>
              </a:spcAft>
              <a:buSzPts val="1800"/>
              <a:buChar char="•"/>
              <a:defRPr/>
            </a:lvl3pPr>
            <a:lvl4pPr indent="-342900" lvl="3" marL="1828800" algn="l">
              <a:lnSpc>
                <a:spcPct val="110000"/>
              </a:lnSpc>
              <a:spcBef>
                <a:spcPts val="525"/>
              </a:spcBef>
              <a:spcAft>
                <a:spcPts val="0"/>
              </a:spcAft>
              <a:buSzPts val="1800"/>
              <a:buChar char="–"/>
              <a:defRPr/>
            </a:lvl4pPr>
            <a:lvl5pPr indent="-342900" lvl="4" marL="2286000" algn="l">
              <a:lnSpc>
                <a:spcPct val="110000"/>
              </a:lnSpc>
              <a:spcBef>
                <a:spcPts val="525"/>
              </a:spcBef>
              <a:spcAft>
                <a:spcPts val="0"/>
              </a:spcAft>
              <a:buSzPts val="1800"/>
              <a:buChar char="•"/>
              <a:defRPr/>
            </a:lvl5pPr>
            <a:lvl6pPr indent="-342900" lvl="5" marL="2743200" algn="l">
              <a:lnSpc>
                <a:spcPct val="110000"/>
              </a:lnSpc>
              <a:spcBef>
                <a:spcPts val="525"/>
              </a:spcBef>
              <a:spcAft>
                <a:spcPts val="0"/>
              </a:spcAft>
              <a:buSzPts val="1800"/>
              <a:buChar char="–"/>
              <a:defRPr/>
            </a:lvl6pPr>
            <a:lvl7pPr indent="-342900" lvl="6" marL="3200400" algn="l">
              <a:lnSpc>
                <a:spcPct val="110000"/>
              </a:lnSpc>
              <a:spcBef>
                <a:spcPts val="525"/>
              </a:spcBef>
              <a:spcAft>
                <a:spcPts val="0"/>
              </a:spcAft>
              <a:buSzPts val="1800"/>
              <a:buChar char="•"/>
              <a:defRPr/>
            </a:lvl7pPr>
            <a:lvl8pPr indent="-342900" lvl="7" marL="3657600" algn="l">
              <a:lnSpc>
                <a:spcPct val="110000"/>
              </a:lnSpc>
              <a:spcBef>
                <a:spcPts val="525"/>
              </a:spcBef>
              <a:spcAft>
                <a:spcPts val="0"/>
              </a:spcAft>
              <a:buSzPts val="1800"/>
              <a:buChar char="–"/>
              <a:defRPr/>
            </a:lvl8pPr>
            <a:lvl9pPr indent="-342900" lvl="8" marL="4114800" algn="l">
              <a:lnSpc>
                <a:spcPct val="110000"/>
              </a:lnSpc>
              <a:spcBef>
                <a:spcPts val="525"/>
              </a:spcBef>
              <a:spcAft>
                <a:spcPts val="0"/>
              </a:spcAft>
              <a:buSzPts val="1800"/>
              <a:buChar char="•"/>
              <a:defRPr/>
            </a:lvl9pPr>
          </a:lstStyle>
          <a:p/>
        </p:txBody>
      </p:sp>
      <p:sp>
        <p:nvSpPr>
          <p:cNvPr id="58" name="Google Shape;58;p43"/>
          <p:cNvSpPr txBox="1"/>
          <p:nvPr>
            <p:ph idx="10" type="dt"/>
          </p:nvPr>
        </p:nvSpPr>
        <p:spPr>
          <a:xfrm>
            <a:off x="938758" y="4781759"/>
            <a:ext cx="1747292" cy="26134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3"/>
          <p:cNvSpPr txBox="1"/>
          <p:nvPr>
            <p:ph idx="11" type="ftr"/>
          </p:nvPr>
        </p:nvSpPr>
        <p:spPr>
          <a:xfrm>
            <a:off x="3028950" y="4781759"/>
            <a:ext cx="3086100" cy="25934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3"/>
          <p:cNvSpPr txBox="1"/>
          <p:nvPr>
            <p:ph idx="12" type="sldNum"/>
          </p:nvPr>
        </p:nvSpPr>
        <p:spPr>
          <a:xfrm>
            <a:off x="6457951" y="4781759"/>
            <a:ext cx="2114549" cy="25934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44"/>
          <p:cNvSpPr txBox="1"/>
          <p:nvPr>
            <p:ph type="title"/>
          </p:nvPr>
        </p:nvSpPr>
        <p:spPr>
          <a:xfrm>
            <a:off x="939546" y="285750"/>
            <a:ext cx="7629525" cy="112013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4"/>
          <p:cNvSpPr txBox="1"/>
          <p:nvPr>
            <p:ph idx="1" type="body"/>
          </p:nvPr>
        </p:nvSpPr>
        <p:spPr>
          <a:xfrm>
            <a:off x="938759" y="1649725"/>
            <a:ext cx="3600450" cy="47439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25"/>
              </a:spcBef>
              <a:spcAft>
                <a:spcPts val="0"/>
              </a:spcAft>
              <a:buSzPts val="1425"/>
              <a:buNone/>
              <a:defRPr b="1" sz="1425" cap="none">
                <a:solidFill>
                  <a:schemeClr val="dk2"/>
                </a:solidFill>
              </a:defRPr>
            </a:lvl1pPr>
            <a:lvl2pPr indent="-228600" lvl="1" marL="914400" algn="l">
              <a:lnSpc>
                <a:spcPct val="110000"/>
              </a:lnSpc>
              <a:spcBef>
                <a:spcPts val="525"/>
              </a:spcBef>
              <a:spcAft>
                <a:spcPts val="0"/>
              </a:spcAft>
              <a:buSzPts val="1425"/>
              <a:buNone/>
              <a:defRPr b="1" sz="1425"/>
            </a:lvl2pPr>
            <a:lvl3pPr indent="-228600" lvl="2" marL="1371600" algn="l">
              <a:lnSpc>
                <a:spcPct val="110000"/>
              </a:lnSpc>
              <a:spcBef>
                <a:spcPts val="525"/>
              </a:spcBef>
              <a:spcAft>
                <a:spcPts val="0"/>
              </a:spcAft>
              <a:buSzPts val="1350"/>
              <a:buNone/>
              <a:defRPr b="1" sz="1350"/>
            </a:lvl3pPr>
            <a:lvl4pPr indent="-228600" lvl="3" marL="1828800" algn="l">
              <a:lnSpc>
                <a:spcPct val="110000"/>
              </a:lnSpc>
              <a:spcBef>
                <a:spcPts val="525"/>
              </a:spcBef>
              <a:spcAft>
                <a:spcPts val="0"/>
              </a:spcAft>
              <a:buSzPts val="1200"/>
              <a:buNone/>
              <a:defRPr b="1" sz="1200"/>
            </a:lvl4pPr>
            <a:lvl5pPr indent="-228600" lvl="4" marL="2286000" algn="l">
              <a:lnSpc>
                <a:spcPct val="110000"/>
              </a:lnSpc>
              <a:spcBef>
                <a:spcPts val="525"/>
              </a:spcBef>
              <a:spcAft>
                <a:spcPts val="0"/>
              </a:spcAft>
              <a:buSzPts val="1200"/>
              <a:buNone/>
              <a:defRPr b="1" sz="1200"/>
            </a:lvl5pPr>
            <a:lvl6pPr indent="-228600" lvl="5" marL="2743200" algn="l">
              <a:lnSpc>
                <a:spcPct val="110000"/>
              </a:lnSpc>
              <a:spcBef>
                <a:spcPts val="525"/>
              </a:spcBef>
              <a:spcAft>
                <a:spcPts val="0"/>
              </a:spcAft>
              <a:buSzPts val="1200"/>
              <a:buNone/>
              <a:defRPr b="1" sz="1200"/>
            </a:lvl6pPr>
            <a:lvl7pPr indent="-228600" lvl="6" marL="3200400" algn="l">
              <a:lnSpc>
                <a:spcPct val="110000"/>
              </a:lnSpc>
              <a:spcBef>
                <a:spcPts val="525"/>
              </a:spcBef>
              <a:spcAft>
                <a:spcPts val="0"/>
              </a:spcAft>
              <a:buSzPts val="1200"/>
              <a:buNone/>
              <a:defRPr b="1" sz="1200"/>
            </a:lvl7pPr>
            <a:lvl8pPr indent="-228600" lvl="7" marL="3657600" algn="l">
              <a:lnSpc>
                <a:spcPct val="110000"/>
              </a:lnSpc>
              <a:spcBef>
                <a:spcPts val="525"/>
              </a:spcBef>
              <a:spcAft>
                <a:spcPts val="0"/>
              </a:spcAft>
              <a:buSzPts val="1200"/>
              <a:buNone/>
              <a:defRPr b="1" sz="1200"/>
            </a:lvl8pPr>
            <a:lvl9pPr indent="-228600" lvl="8" marL="4114800" algn="l">
              <a:lnSpc>
                <a:spcPct val="110000"/>
              </a:lnSpc>
              <a:spcBef>
                <a:spcPts val="525"/>
              </a:spcBef>
              <a:spcAft>
                <a:spcPts val="0"/>
              </a:spcAft>
              <a:buSzPts val="1200"/>
              <a:buNone/>
              <a:defRPr b="1" sz="1200"/>
            </a:lvl9pPr>
          </a:lstStyle>
          <a:p/>
        </p:txBody>
      </p:sp>
      <p:sp>
        <p:nvSpPr>
          <p:cNvPr id="64" name="Google Shape;64;p44"/>
          <p:cNvSpPr txBox="1"/>
          <p:nvPr>
            <p:ph idx="2" type="body"/>
          </p:nvPr>
        </p:nvSpPr>
        <p:spPr>
          <a:xfrm>
            <a:off x="942975" y="2181826"/>
            <a:ext cx="3600450" cy="2247299"/>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525"/>
              </a:spcBef>
              <a:spcAft>
                <a:spcPts val="0"/>
              </a:spcAft>
              <a:buSzPts val="1800"/>
              <a:buChar char="•"/>
              <a:defRPr/>
            </a:lvl1pPr>
            <a:lvl2pPr indent="-342900" lvl="1" marL="914400" algn="l">
              <a:lnSpc>
                <a:spcPct val="110000"/>
              </a:lnSpc>
              <a:spcBef>
                <a:spcPts val="525"/>
              </a:spcBef>
              <a:spcAft>
                <a:spcPts val="0"/>
              </a:spcAft>
              <a:buSzPts val="1800"/>
              <a:buChar char="–"/>
              <a:defRPr/>
            </a:lvl2pPr>
            <a:lvl3pPr indent="-342900" lvl="2" marL="1371600" algn="l">
              <a:lnSpc>
                <a:spcPct val="110000"/>
              </a:lnSpc>
              <a:spcBef>
                <a:spcPts val="525"/>
              </a:spcBef>
              <a:spcAft>
                <a:spcPts val="0"/>
              </a:spcAft>
              <a:buSzPts val="1800"/>
              <a:buChar char="•"/>
              <a:defRPr/>
            </a:lvl3pPr>
            <a:lvl4pPr indent="-342900" lvl="3" marL="1828800" algn="l">
              <a:lnSpc>
                <a:spcPct val="110000"/>
              </a:lnSpc>
              <a:spcBef>
                <a:spcPts val="525"/>
              </a:spcBef>
              <a:spcAft>
                <a:spcPts val="0"/>
              </a:spcAft>
              <a:buSzPts val="1800"/>
              <a:buChar char="–"/>
              <a:defRPr/>
            </a:lvl4pPr>
            <a:lvl5pPr indent="-342900" lvl="4" marL="2286000" algn="l">
              <a:lnSpc>
                <a:spcPct val="110000"/>
              </a:lnSpc>
              <a:spcBef>
                <a:spcPts val="525"/>
              </a:spcBef>
              <a:spcAft>
                <a:spcPts val="0"/>
              </a:spcAft>
              <a:buSzPts val="1800"/>
              <a:buChar char="•"/>
              <a:defRPr/>
            </a:lvl5pPr>
            <a:lvl6pPr indent="-342900" lvl="5" marL="2743200" algn="l">
              <a:lnSpc>
                <a:spcPct val="110000"/>
              </a:lnSpc>
              <a:spcBef>
                <a:spcPts val="525"/>
              </a:spcBef>
              <a:spcAft>
                <a:spcPts val="0"/>
              </a:spcAft>
              <a:buSzPts val="1800"/>
              <a:buChar char="–"/>
              <a:defRPr/>
            </a:lvl6pPr>
            <a:lvl7pPr indent="-342900" lvl="6" marL="3200400" algn="l">
              <a:lnSpc>
                <a:spcPct val="110000"/>
              </a:lnSpc>
              <a:spcBef>
                <a:spcPts val="525"/>
              </a:spcBef>
              <a:spcAft>
                <a:spcPts val="0"/>
              </a:spcAft>
              <a:buSzPts val="1800"/>
              <a:buChar char="•"/>
              <a:defRPr/>
            </a:lvl7pPr>
            <a:lvl8pPr indent="-342900" lvl="7" marL="3657600" algn="l">
              <a:lnSpc>
                <a:spcPct val="110000"/>
              </a:lnSpc>
              <a:spcBef>
                <a:spcPts val="525"/>
              </a:spcBef>
              <a:spcAft>
                <a:spcPts val="0"/>
              </a:spcAft>
              <a:buSzPts val="1800"/>
              <a:buChar char="–"/>
              <a:defRPr/>
            </a:lvl8pPr>
            <a:lvl9pPr indent="-342900" lvl="8" marL="4114800" algn="l">
              <a:lnSpc>
                <a:spcPct val="110000"/>
              </a:lnSpc>
              <a:spcBef>
                <a:spcPts val="525"/>
              </a:spcBef>
              <a:spcAft>
                <a:spcPts val="0"/>
              </a:spcAft>
              <a:buSzPts val="1800"/>
              <a:buChar char="•"/>
              <a:defRPr/>
            </a:lvl9pPr>
          </a:lstStyle>
          <a:p/>
        </p:txBody>
      </p:sp>
      <p:sp>
        <p:nvSpPr>
          <p:cNvPr id="65" name="Google Shape;65;p44"/>
          <p:cNvSpPr txBox="1"/>
          <p:nvPr>
            <p:ph idx="3" type="body"/>
          </p:nvPr>
        </p:nvSpPr>
        <p:spPr>
          <a:xfrm>
            <a:off x="4975398" y="1649725"/>
            <a:ext cx="3600450" cy="47439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25"/>
              </a:spcBef>
              <a:spcAft>
                <a:spcPts val="0"/>
              </a:spcAft>
              <a:buSzPts val="1425"/>
              <a:buNone/>
              <a:defRPr b="1" sz="1425" cap="none">
                <a:solidFill>
                  <a:schemeClr val="dk2"/>
                </a:solidFill>
              </a:defRPr>
            </a:lvl1pPr>
            <a:lvl2pPr indent="-228600" lvl="1" marL="914400" algn="l">
              <a:lnSpc>
                <a:spcPct val="110000"/>
              </a:lnSpc>
              <a:spcBef>
                <a:spcPts val="525"/>
              </a:spcBef>
              <a:spcAft>
                <a:spcPts val="0"/>
              </a:spcAft>
              <a:buSzPts val="1425"/>
              <a:buNone/>
              <a:defRPr b="1" sz="1425"/>
            </a:lvl2pPr>
            <a:lvl3pPr indent="-228600" lvl="2" marL="1371600" algn="l">
              <a:lnSpc>
                <a:spcPct val="110000"/>
              </a:lnSpc>
              <a:spcBef>
                <a:spcPts val="525"/>
              </a:spcBef>
              <a:spcAft>
                <a:spcPts val="0"/>
              </a:spcAft>
              <a:buSzPts val="1350"/>
              <a:buNone/>
              <a:defRPr b="1" sz="1350"/>
            </a:lvl3pPr>
            <a:lvl4pPr indent="-228600" lvl="3" marL="1828800" algn="l">
              <a:lnSpc>
                <a:spcPct val="110000"/>
              </a:lnSpc>
              <a:spcBef>
                <a:spcPts val="525"/>
              </a:spcBef>
              <a:spcAft>
                <a:spcPts val="0"/>
              </a:spcAft>
              <a:buSzPts val="1200"/>
              <a:buNone/>
              <a:defRPr b="1" sz="1200"/>
            </a:lvl4pPr>
            <a:lvl5pPr indent="-228600" lvl="4" marL="2286000" algn="l">
              <a:lnSpc>
                <a:spcPct val="110000"/>
              </a:lnSpc>
              <a:spcBef>
                <a:spcPts val="525"/>
              </a:spcBef>
              <a:spcAft>
                <a:spcPts val="0"/>
              </a:spcAft>
              <a:buSzPts val="1200"/>
              <a:buNone/>
              <a:defRPr b="1" sz="1200"/>
            </a:lvl5pPr>
            <a:lvl6pPr indent="-228600" lvl="5" marL="2743200" algn="l">
              <a:lnSpc>
                <a:spcPct val="110000"/>
              </a:lnSpc>
              <a:spcBef>
                <a:spcPts val="525"/>
              </a:spcBef>
              <a:spcAft>
                <a:spcPts val="0"/>
              </a:spcAft>
              <a:buSzPts val="1200"/>
              <a:buNone/>
              <a:defRPr b="1" sz="1200"/>
            </a:lvl6pPr>
            <a:lvl7pPr indent="-228600" lvl="6" marL="3200400" algn="l">
              <a:lnSpc>
                <a:spcPct val="110000"/>
              </a:lnSpc>
              <a:spcBef>
                <a:spcPts val="525"/>
              </a:spcBef>
              <a:spcAft>
                <a:spcPts val="0"/>
              </a:spcAft>
              <a:buSzPts val="1200"/>
              <a:buNone/>
              <a:defRPr b="1" sz="1200"/>
            </a:lvl7pPr>
            <a:lvl8pPr indent="-228600" lvl="7" marL="3657600" algn="l">
              <a:lnSpc>
                <a:spcPct val="110000"/>
              </a:lnSpc>
              <a:spcBef>
                <a:spcPts val="525"/>
              </a:spcBef>
              <a:spcAft>
                <a:spcPts val="0"/>
              </a:spcAft>
              <a:buSzPts val="1200"/>
              <a:buNone/>
              <a:defRPr b="1" sz="1200"/>
            </a:lvl8pPr>
            <a:lvl9pPr indent="-228600" lvl="8" marL="4114800" algn="l">
              <a:lnSpc>
                <a:spcPct val="110000"/>
              </a:lnSpc>
              <a:spcBef>
                <a:spcPts val="525"/>
              </a:spcBef>
              <a:spcAft>
                <a:spcPts val="0"/>
              </a:spcAft>
              <a:buSzPts val="1200"/>
              <a:buNone/>
              <a:defRPr b="1" sz="1200"/>
            </a:lvl9pPr>
          </a:lstStyle>
          <a:p/>
        </p:txBody>
      </p:sp>
      <p:sp>
        <p:nvSpPr>
          <p:cNvPr id="66" name="Google Shape;66;p44"/>
          <p:cNvSpPr txBox="1"/>
          <p:nvPr>
            <p:ph idx="4" type="body"/>
          </p:nvPr>
        </p:nvSpPr>
        <p:spPr>
          <a:xfrm>
            <a:off x="4975398" y="2181826"/>
            <a:ext cx="3600450" cy="2247299"/>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525"/>
              </a:spcBef>
              <a:spcAft>
                <a:spcPts val="0"/>
              </a:spcAft>
              <a:buSzPts val="1800"/>
              <a:buChar char="•"/>
              <a:defRPr/>
            </a:lvl1pPr>
            <a:lvl2pPr indent="-342900" lvl="1" marL="914400" algn="l">
              <a:lnSpc>
                <a:spcPct val="110000"/>
              </a:lnSpc>
              <a:spcBef>
                <a:spcPts val="525"/>
              </a:spcBef>
              <a:spcAft>
                <a:spcPts val="0"/>
              </a:spcAft>
              <a:buSzPts val="1800"/>
              <a:buChar char="–"/>
              <a:defRPr/>
            </a:lvl2pPr>
            <a:lvl3pPr indent="-342900" lvl="2" marL="1371600" algn="l">
              <a:lnSpc>
                <a:spcPct val="110000"/>
              </a:lnSpc>
              <a:spcBef>
                <a:spcPts val="525"/>
              </a:spcBef>
              <a:spcAft>
                <a:spcPts val="0"/>
              </a:spcAft>
              <a:buSzPts val="1800"/>
              <a:buChar char="•"/>
              <a:defRPr/>
            </a:lvl3pPr>
            <a:lvl4pPr indent="-342900" lvl="3" marL="1828800" algn="l">
              <a:lnSpc>
                <a:spcPct val="110000"/>
              </a:lnSpc>
              <a:spcBef>
                <a:spcPts val="525"/>
              </a:spcBef>
              <a:spcAft>
                <a:spcPts val="0"/>
              </a:spcAft>
              <a:buSzPts val="1800"/>
              <a:buChar char="–"/>
              <a:defRPr/>
            </a:lvl4pPr>
            <a:lvl5pPr indent="-342900" lvl="4" marL="2286000" algn="l">
              <a:lnSpc>
                <a:spcPct val="110000"/>
              </a:lnSpc>
              <a:spcBef>
                <a:spcPts val="525"/>
              </a:spcBef>
              <a:spcAft>
                <a:spcPts val="0"/>
              </a:spcAft>
              <a:buSzPts val="1800"/>
              <a:buChar char="•"/>
              <a:defRPr/>
            </a:lvl5pPr>
            <a:lvl6pPr indent="-342900" lvl="5" marL="2743200" algn="l">
              <a:lnSpc>
                <a:spcPct val="110000"/>
              </a:lnSpc>
              <a:spcBef>
                <a:spcPts val="525"/>
              </a:spcBef>
              <a:spcAft>
                <a:spcPts val="0"/>
              </a:spcAft>
              <a:buSzPts val="1800"/>
              <a:buChar char="–"/>
              <a:defRPr/>
            </a:lvl6pPr>
            <a:lvl7pPr indent="-342900" lvl="6" marL="3200400" algn="l">
              <a:lnSpc>
                <a:spcPct val="110000"/>
              </a:lnSpc>
              <a:spcBef>
                <a:spcPts val="525"/>
              </a:spcBef>
              <a:spcAft>
                <a:spcPts val="0"/>
              </a:spcAft>
              <a:buSzPts val="1800"/>
              <a:buChar char="•"/>
              <a:defRPr/>
            </a:lvl7pPr>
            <a:lvl8pPr indent="-342900" lvl="7" marL="3657600" algn="l">
              <a:lnSpc>
                <a:spcPct val="110000"/>
              </a:lnSpc>
              <a:spcBef>
                <a:spcPts val="525"/>
              </a:spcBef>
              <a:spcAft>
                <a:spcPts val="0"/>
              </a:spcAft>
              <a:buSzPts val="1800"/>
              <a:buChar char="–"/>
              <a:defRPr/>
            </a:lvl8pPr>
            <a:lvl9pPr indent="-342900" lvl="8" marL="4114800" algn="l">
              <a:lnSpc>
                <a:spcPct val="110000"/>
              </a:lnSpc>
              <a:spcBef>
                <a:spcPts val="525"/>
              </a:spcBef>
              <a:spcAft>
                <a:spcPts val="0"/>
              </a:spcAft>
              <a:buSzPts val="1800"/>
              <a:buChar char="•"/>
              <a:defRPr/>
            </a:lvl9pPr>
          </a:lstStyle>
          <a:p/>
        </p:txBody>
      </p:sp>
      <p:sp>
        <p:nvSpPr>
          <p:cNvPr id="67" name="Google Shape;67;p44"/>
          <p:cNvSpPr txBox="1"/>
          <p:nvPr>
            <p:ph idx="10" type="dt"/>
          </p:nvPr>
        </p:nvSpPr>
        <p:spPr>
          <a:xfrm>
            <a:off x="938758" y="4781759"/>
            <a:ext cx="1747292" cy="26134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44"/>
          <p:cNvSpPr txBox="1"/>
          <p:nvPr>
            <p:ph idx="11" type="ftr"/>
          </p:nvPr>
        </p:nvSpPr>
        <p:spPr>
          <a:xfrm>
            <a:off x="3028950" y="4781759"/>
            <a:ext cx="3086100" cy="25934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4"/>
          <p:cNvSpPr txBox="1"/>
          <p:nvPr>
            <p:ph idx="12" type="sldNum"/>
          </p:nvPr>
        </p:nvSpPr>
        <p:spPr>
          <a:xfrm>
            <a:off x="6457951" y="4781759"/>
            <a:ext cx="2114549" cy="25934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45"/>
          <p:cNvSpPr txBox="1"/>
          <p:nvPr>
            <p:ph idx="10" type="dt"/>
          </p:nvPr>
        </p:nvSpPr>
        <p:spPr>
          <a:xfrm>
            <a:off x="938758" y="4781759"/>
            <a:ext cx="1747292" cy="26134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5"/>
          <p:cNvSpPr txBox="1"/>
          <p:nvPr>
            <p:ph idx="11" type="ftr"/>
          </p:nvPr>
        </p:nvSpPr>
        <p:spPr>
          <a:xfrm>
            <a:off x="3028950" y="4781759"/>
            <a:ext cx="3086100" cy="25934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5"/>
          <p:cNvSpPr txBox="1"/>
          <p:nvPr>
            <p:ph idx="12" type="sldNum"/>
          </p:nvPr>
        </p:nvSpPr>
        <p:spPr>
          <a:xfrm>
            <a:off x="6457951" y="4781759"/>
            <a:ext cx="2114549" cy="25934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4" name="Shape 74"/>
        <p:cNvGrpSpPr/>
        <p:nvPr/>
      </p:nvGrpSpPr>
      <p:grpSpPr>
        <a:xfrm>
          <a:off x="0" y="0"/>
          <a:ext cx="0" cy="0"/>
          <a:chOff x="0" y="0"/>
          <a:chExt cx="0" cy="0"/>
        </a:xfrm>
      </p:grpSpPr>
      <p:sp>
        <p:nvSpPr>
          <p:cNvPr id="75" name="Google Shape;75;p46"/>
          <p:cNvSpPr/>
          <p:nvPr>
            <p:ph idx="2" type="pic"/>
          </p:nvPr>
        </p:nvSpPr>
        <p:spPr>
          <a:xfrm>
            <a:off x="212598" y="1"/>
            <a:ext cx="5516689" cy="5143499"/>
          </a:xfrm>
          <a:prstGeom prst="rect">
            <a:avLst/>
          </a:prstGeom>
          <a:noFill/>
          <a:ln>
            <a:noFill/>
          </a:ln>
        </p:spPr>
      </p:sp>
      <p:sp>
        <p:nvSpPr>
          <p:cNvPr id="76" name="Google Shape;76;p46" title="right scallop background shape"/>
          <p:cNvSpPr/>
          <p:nvPr/>
        </p:nvSpPr>
        <p:spPr>
          <a:xfrm>
            <a:off x="5542359" y="0"/>
            <a:ext cx="3601641" cy="5143500"/>
          </a:xfrm>
          <a:custGeom>
            <a:rect b="b" l="l" r="r" t="t"/>
            <a:pathLst>
              <a:path extrusionOk="0" h="4320" w="3025">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dk2"/>
          </a:solidFill>
          <a:ln>
            <a:noFill/>
          </a:ln>
        </p:spPr>
      </p:sp>
      <p:sp>
        <p:nvSpPr>
          <p:cNvPr id="77" name="Google Shape;77;p46" title="left edge border"/>
          <p:cNvSpPr/>
          <p:nvPr/>
        </p:nvSpPr>
        <p:spPr>
          <a:xfrm>
            <a:off x="0" y="0"/>
            <a:ext cx="212598"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46"/>
          <p:cNvSpPr txBox="1"/>
          <p:nvPr>
            <p:ph type="title"/>
          </p:nvPr>
        </p:nvSpPr>
        <p:spPr>
          <a:xfrm>
            <a:off x="6253413" y="342900"/>
            <a:ext cx="2319088" cy="89750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1425"/>
              <a:buFont typeface="Gill Sans"/>
              <a:buNone/>
              <a:defRPr b="1" i="0" sz="1425">
                <a:solidFill>
                  <a:schemeClr val="accent1"/>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6"/>
          <p:cNvSpPr txBox="1"/>
          <p:nvPr>
            <p:ph idx="1" type="body"/>
          </p:nvPr>
        </p:nvSpPr>
        <p:spPr>
          <a:xfrm>
            <a:off x="6253413" y="1306002"/>
            <a:ext cx="2319088" cy="3123123"/>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900"/>
              </a:spcBef>
              <a:spcAft>
                <a:spcPts val="0"/>
              </a:spcAft>
              <a:buSzPts val="1200"/>
              <a:buNone/>
              <a:defRPr sz="1200">
                <a:solidFill>
                  <a:schemeClr val="lt2"/>
                </a:solidFill>
              </a:defRPr>
            </a:lvl1pPr>
            <a:lvl2pPr indent="-228600" lvl="1" marL="914400" algn="l">
              <a:lnSpc>
                <a:spcPct val="110000"/>
              </a:lnSpc>
              <a:spcBef>
                <a:spcPts val="525"/>
              </a:spcBef>
              <a:spcAft>
                <a:spcPts val="0"/>
              </a:spcAft>
              <a:buSzPts val="1050"/>
              <a:buNone/>
              <a:defRPr sz="1050"/>
            </a:lvl2pPr>
            <a:lvl3pPr indent="-228600" lvl="2" marL="1371600" algn="l">
              <a:lnSpc>
                <a:spcPct val="110000"/>
              </a:lnSpc>
              <a:spcBef>
                <a:spcPts val="525"/>
              </a:spcBef>
              <a:spcAft>
                <a:spcPts val="0"/>
              </a:spcAft>
              <a:buSzPts val="900"/>
              <a:buNone/>
              <a:defRPr sz="900"/>
            </a:lvl3pPr>
            <a:lvl4pPr indent="-228600" lvl="3" marL="1828800" algn="l">
              <a:lnSpc>
                <a:spcPct val="110000"/>
              </a:lnSpc>
              <a:spcBef>
                <a:spcPts val="525"/>
              </a:spcBef>
              <a:spcAft>
                <a:spcPts val="0"/>
              </a:spcAft>
              <a:buSzPts val="750"/>
              <a:buNone/>
              <a:defRPr sz="750"/>
            </a:lvl4pPr>
            <a:lvl5pPr indent="-228600" lvl="4" marL="2286000" algn="l">
              <a:lnSpc>
                <a:spcPct val="110000"/>
              </a:lnSpc>
              <a:spcBef>
                <a:spcPts val="525"/>
              </a:spcBef>
              <a:spcAft>
                <a:spcPts val="0"/>
              </a:spcAft>
              <a:buSzPts val="750"/>
              <a:buNone/>
              <a:defRPr sz="750"/>
            </a:lvl5pPr>
            <a:lvl6pPr indent="-228600" lvl="5" marL="2743200" algn="l">
              <a:lnSpc>
                <a:spcPct val="110000"/>
              </a:lnSpc>
              <a:spcBef>
                <a:spcPts val="525"/>
              </a:spcBef>
              <a:spcAft>
                <a:spcPts val="0"/>
              </a:spcAft>
              <a:buSzPts val="750"/>
              <a:buNone/>
              <a:defRPr sz="750"/>
            </a:lvl6pPr>
            <a:lvl7pPr indent="-228600" lvl="6" marL="3200400" algn="l">
              <a:lnSpc>
                <a:spcPct val="110000"/>
              </a:lnSpc>
              <a:spcBef>
                <a:spcPts val="525"/>
              </a:spcBef>
              <a:spcAft>
                <a:spcPts val="0"/>
              </a:spcAft>
              <a:buSzPts val="750"/>
              <a:buNone/>
              <a:defRPr sz="750"/>
            </a:lvl7pPr>
            <a:lvl8pPr indent="-228600" lvl="7" marL="3657600" algn="l">
              <a:lnSpc>
                <a:spcPct val="110000"/>
              </a:lnSpc>
              <a:spcBef>
                <a:spcPts val="525"/>
              </a:spcBef>
              <a:spcAft>
                <a:spcPts val="0"/>
              </a:spcAft>
              <a:buSzPts val="750"/>
              <a:buNone/>
              <a:defRPr sz="750"/>
            </a:lvl8pPr>
            <a:lvl9pPr indent="-228600" lvl="8" marL="4114800" algn="l">
              <a:lnSpc>
                <a:spcPct val="110000"/>
              </a:lnSpc>
              <a:spcBef>
                <a:spcPts val="525"/>
              </a:spcBef>
              <a:spcAft>
                <a:spcPts val="0"/>
              </a:spcAft>
              <a:buSzPts val="750"/>
              <a:buNone/>
              <a:defRPr sz="750"/>
            </a:lvl9pPr>
          </a:lstStyle>
          <a:p/>
        </p:txBody>
      </p:sp>
      <p:sp>
        <p:nvSpPr>
          <p:cNvPr id="80" name="Google Shape;80;p46"/>
          <p:cNvSpPr txBox="1"/>
          <p:nvPr>
            <p:ph idx="10" type="dt"/>
          </p:nvPr>
        </p:nvSpPr>
        <p:spPr>
          <a:xfrm>
            <a:off x="574463" y="4781759"/>
            <a:ext cx="924342" cy="26134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46"/>
          <p:cNvSpPr txBox="1"/>
          <p:nvPr>
            <p:ph idx="11" type="ftr"/>
          </p:nvPr>
        </p:nvSpPr>
        <p:spPr>
          <a:xfrm>
            <a:off x="1577716" y="4781759"/>
            <a:ext cx="2611634" cy="25934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6"/>
          <p:cNvSpPr txBox="1"/>
          <p:nvPr>
            <p:ph idx="12" type="sldNum"/>
          </p:nvPr>
        </p:nvSpPr>
        <p:spPr>
          <a:xfrm>
            <a:off x="4265676" y="4781759"/>
            <a:ext cx="925830" cy="25934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47"/>
          <p:cNvSpPr txBox="1"/>
          <p:nvPr>
            <p:ph type="title"/>
          </p:nvPr>
        </p:nvSpPr>
        <p:spPr>
          <a:xfrm>
            <a:off x="938758" y="286789"/>
            <a:ext cx="7633742" cy="111909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47"/>
          <p:cNvSpPr txBox="1"/>
          <p:nvPr>
            <p:ph idx="1" type="body"/>
          </p:nvPr>
        </p:nvSpPr>
        <p:spPr>
          <a:xfrm rot="5400000">
            <a:off x="3408032" y="-754774"/>
            <a:ext cx="2695193" cy="7633742"/>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525"/>
              </a:spcBef>
              <a:spcAft>
                <a:spcPts val="0"/>
              </a:spcAft>
              <a:buSzPts val="1800"/>
              <a:buChar char="•"/>
              <a:defRPr/>
            </a:lvl1pPr>
            <a:lvl2pPr indent="-342900" lvl="1" marL="914400" algn="l">
              <a:lnSpc>
                <a:spcPct val="110000"/>
              </a:lnSpc>
              <a:spcBef>
                <a:spcPts val="525"/>
              </a:spcBef>
              <a:spcAft>
                <a:spcPts val="0"/>
              </a:spcAft>
              <a:buSzPts val="1800"/>
              <a:buChar char="–"/>
              <a:defRPr/>
            </a:lvl2pPr>
            <a:lvl3pPr indent="-342900" lvl="2" marL="1371600" algn="l">
              <a:lnSpc>
                <a:spcPct val="110000"/>
              </a:lnSpc>
              <a:spcBef>
                <a:spcPts val="525"/>
              </a:spcBef>
              <a:spcAft>
                <a:spcPts val="0"/>
              </a:spcAft>
              <a:buSzPts val="1800"/>
              <a:buChar char="•"/>
              <a:defRPr/>
            </a:lvl3pPr>
            <a:lvl4pPr indent="-342900" lvl="3" marL="1828800" algn="l">
              <a:lnSpc>
                <a:spcPct val="110000"/>
              </a:lnSpc>
              <a:spcBef>
                <a:spcPts val="525"/>
              </a:spcBef>
              <a:spcAft>
                <a:spcPts val="0"/>
              </a:spcAft>
              <a:buSzPts val="1800"/>
              <a:buChar char="–"/>
              <a:defRPr/>
            </a:lvl4pPr>
            <a:lvl5pPr indent="-342900" lvl="4" marL="2286000" algn="l">
              <a:lnSpc>
                <a:spcPct val="110000"/>
              </a:lnSpc>
              <a:spcBef>
                <a:spcPts val="525"/>
              </a:spcBef>
              <a:spcAft>
                <a:spcPts val="0"/>
              </a:spcAft>
              <a:buSzPts val="1800"/>
              <a:buChar char="•"/>
              <a:defRPr/>
            </a:lvl5pPr>
            <a:lvl6pPr indent="-342900" lvl="5" marL="2743200" algn="l">
              <a:lnSpc>
                <a:spcPct val="110000"/>
              </a:lnSpc>
              <a:spcBef>
                <a:spcPts val="525"/>
              </a:spcBef>
              <a:spcAft>
                <a:spcPts val="0"/>
              </a:spcAft>
              <a:buSzPts val="1800"/>
              <a:buChar char="–"/>
              <a:defRPr/>
            </a:lvl6pPr>
            <a:lvl7pPr indent="-342900" lvl="6" marL="3200400" algn="l">
              <a:lnSpc>
                <a:spcPct val="110000"/>
              </a:lnSpc>
              <a:spcBef>
                <a:spcPts val="525"/>
              </a:spcBef>
              <a:spcAft>
                <a:spcPts val="0"/>
              </a:spcAft>
              <a:buSzPts val="1800"/>
              <a:buChar char="•"/>
              <a:defRPr/>
            </a:lvl7pPr>
            <a:lvl8pPr indent="-342900" lvl="7" marL="3657600" algn="l">
              <a:lnSpc>
                <a:spcPct val="110000"/>
              </a:lnSpc>
              <a:spcBef>
                <a:spcPts val="525"/>
              </a:spcBef>
              <a:spcAft>
                <a:spcPts val="0"/>
              </a:spcAft>
              <a:buSzPts val="1800"/>
              <a:buChar char="–"/>
              <a:defRPr/>
            </a:lvl8pPr>
            <a:lvl9pPr indent="-342900" lvl="8" marL="4114800" algn="l">
              <a:lnSpc>
                <a:spcPct val="110000"/>
              </a:lnSpc>
              <a:spcBef>
                <a:spcPts val="525"/>
              </a:spcBef>
              <a:spcAft>
                <a:spcPts val="0"/>
              </a:spcAft>
              <a:buSzPts val="1800"/>
              <a:buChar char="•"/>
              <a:defRPr/>
            </a:lvl9pPr>
          </a:lstStyle>
          <a:p/>
        </p:txBody>
      </p:sp>
      <p:sp>
        <p:nvSpPr>
          <p:cNvPr id="86" name="Google Shape;86;p47"/>
          <p:cNvSpPr txBox="1"/>
          <p:nvPr>
            <p:ph idx="10" type="dt"/>
          </p:nvPr>
        </p:nvSpPr>
        <p:spPr>
          <a:xfrm>
            <a:off x="938758" y="4781759"/>
            <a:ext cx="1747292" cy="26134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47"/>
          <p:cNvSpPr txBox="1"/>
          <p:nvPr>
            <p:ph idx="11" type="ftr"/>
          </p:nvPr>
        </p:nvSpPr>
        <p:spPr>
          <a:xfrm>
            <a:off x="3028950" y="4781759"/>
            <a:ext cx="3086100" cy="25934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47"/>
          <p:cNvSpPr txBox="1"/>
          <p:nvPr>
            <p:ph idx="12" type="sldNum"/>
          </p:nvPr>
        </p:nvSpPr>
        <p:spPr>
          <a:xfrm>
            <a:off x="6457951" y="4781759"/>
            <a:ext cx="2114549" cy="25934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9" name="Shape 89"/>
        <p:cNvGrpSpPr/>
        <p:nvPr/>
      </p:nvGrpSpPr>
      <p:grpSpPr>
        <a:xfrm>
          <a:off x="0" y="0"/>
          <a:ext cx="0" cy="0"/>
          <a:chOff x="0" y="0"/>
          <a:chExt cx="0" cy="0"/>
        </a:xfrm>
      </p:grpSpPr>
      <p:sp>
        <p:nvSpPr>
          <p:cNvPr id="90" name="Google Shape;90;p48"/>
          <p:cNvSpPr txBox="1"/>
          <p:nvPr>
            <p:ph type="title"/>
          </p:nvPr>
        </p:nvSpPr>
        <p:spPr>
          <a:xfrm rot="5400000">
            <a:off x="6009139" y="1827392"/>
            <a:ext cx="4200303" cy="111909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48"/>
          <p:cNvSpPr txBox="1"/>
          <p:nvPr>
            <p:ph idx="1" type="body"/>
          </p:nvPr>
        </p:nvSpPr>
        <p:spPr>
          <a:xfrm rot="5400000">
            <a:off x="1990043" y="-760278"/>
            <a:ext cx="4200304" cy="6294439"/>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525"/>
              </a:spcBef>
              <a:spcAft>
                <a:spcPts val="0"/>
              </a:spcAft>
              <a:buSzPts val="1800"/>
              <a:buChar char="•"/>
              <a:defRPr/>
            </a:lvl1pPr>
            <a:lvl2pPr indent="-342900" lvl="1" marL="914400" algn="l">
              <a:lnSpc>
                <a:spcPct val="110000"/>
              </a:lnSpc>
              <a:spcBef>
                <a:spcPts val="525"/>
              </a:spcBef>
              <a:spcAft>
                <a:spcPts val="0"/>
              </a:spcAft>
              <a:buSzPts val="1800"/>
              <a:buChar char="–"/>
              <a:defRPr/>
            </a:lvl2pPr>
            <a:lvl3pPr indent="-342900" lvl="2" marL="1371600" algn="l">
              <a:lnSpc>
                <a:spcPct val="110000"/>
              </a:lnSpc>
              <a:spcBef>
                <a:spcPts val="525"/>
              </a:spcBef>
              <a:spcAft>
                <a:spcPts val="0"/>
              </a:spcAft>
              <a:buSzPts val="1800"/>
              <a:buChar char="•"/>
              <a:defRPr/>
            </a:lvl3pPr>
            <a:lvl4pPr indent="-342900" lvl="3" marL="1828800" algn="l">
              <a:lnSpc>
                <a:spcPct val="110000"/>
              </a:lnSpc>
              <a:spcBef>
                <a:spcPts val="525"/>
              </a:spcBef>
              <a:spcAft>
                <a:spcPts val="0"/>
              </a:spcAft>
              <a:buSzPts val="1800"/>
              <a:buChar char="–"/>
              <a:defRPr/>
            </a:lvl4pPr>
            <a:lvl5pPr indent="-342900" lvl="4" marL="2286000" algn="l">
              <a:lnSpc>
                <a:spcPct val="110000"/>
              </a:lnSpc>
              <a:spcBef>
                <a:spcPts val="525"/>
              </a:spcBef>
              <a:spcAft>
                <a:spcPts val="0"/>
              </a:spcAft>
              <a:buSzPts val="1800"/>
              <a:buChar char="•"/>
              <a:defRPr/>
            </a:lvl5pPr>
            <a:lvl6pPr indent="-342900" lvl="5" marL="2743200" algn="l">
              <a:lnSpc>
                <a:spcPct val="110000"/>
              </a:lnSpc>
              <a:spcBef>
                <a:spcPts val="525"/>
              </a:spcBef>
              <a:spcAft>
                <a:spcPts val="0"/>
              </a:spcAft>
              <a:buSzPts val="1800"/>
              <a:buChar char="–"/>
              <a:defRPr/>
            </a:lvl6pPr>
            <a:lvl7pPr indent="-342900" lvl="6" marL="3200400" algn="l">
              <a:lnSpc>
                <a:spcPct val="110000"/>
              </a:lnSpc>
              <a:spcBef>
                <a:spcPts val="525"/>
              </a:spcBef>
              <a:spcAft>
                <a:spcPts val="0"/>
              </a:spcAft>
              <a:buSzPts val="1800"/>
              <a:buChar char="•"/>
              <a:defRPr/>
            </a:lvl7pPr>
            <a:lvl8pPr indent="-342900" lvl="7" marL="3657600" algn="l">
              <a:lnSpc>
                <a:spcPct val="110000"/>
              </a:lnSpc>
              <a:spcBef>
                <a:spcPts val="525"/>
              </a:spcBef>
              <a:spcAft>
                <a:spcPts val="0"/>
              </a:spcAft>
              <a:buSzPts val="1800"/>
              <a:buChar char="–"/>
              <a:defRPr/>
            </a:lvl8pPr>
            <a:lvl9pPr indent="-342900" lvl="8" marL="4114800" algn="l">
              <a:lnSpc>
                <a:spcPct val="110000"/>
              </a:lnSpc>
              <a:spcBef>
                <a:spcPts val="525"/>
              </a:spcBef>
              <a:spcAft>
                <a:spcPts val="0"/>
              </a:spcAft>
              <a:buSzPts val="1800"/>
              <a:buChar char="•"/>
              <a:defRPr/>
            </a:lvl9pPr>
          </a:lstStyle>
          <a:p/>
        </p:txBody>
      </p:sp>
      <p:sp>
        <p:nvSpPr>
          <p:cNvPr id="92" name="Google Shape;92;p48"/>
          <p:cNvSpPr txBox="1"/>
          <p:nvPr>
            <p:ph idx="10" type="dt"/>
          </p:nvPr>
        </p:nvSpPr>
        <p:spPr>
          <a:xfrm>
            <a:off x="938758" y="4781759"/>
            <a:ext cx="1747292" cy="26134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48"/>
          <p:cNvSpPr txBox="1"/>
          <p:nvPr>
            <p:ph idx="11" type="ftr"/>
          </p:nvPr>
        </p:nvSpPr>
        <p:spPr>
          <a:xfrm>
            <a:off x="3028950" y="4781759"/>
            <a:ext cx="3086100" cy="25934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48"/>
          <p:cNvSpPr txBox="1"/>
          <p:nvPr>
            <p:ph idx="12" type="sldNum"/>
          </p:nvPr>
        </p:nvSpPr>
        <p:spPr>
          <a:xfrm>
            <a:off x="6457951" y="4781759"/>
            <a:ext cx="2114549" cy="25934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95" name="Shape 95"/>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96" name="Shape 9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97" name="Shape 97"/>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98" name="Shape 98"/>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9" name="Shape 99"/>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108" name="Shape 108"/>
        <p:cNvGrpSpPr/>
        <p:nvPr/>
      </p:nvGrpSpPr>
      <p:grpSpPr>
        <a:xfrm>
          <a:off x="0" y="0"/>
          <a:ext cx="0" cy="0"/>
          <a:chOff x="0" y="0"/>
          <a:chExt cx="0" cy="0"/>
        </a:xfrm>
      </p:grpSpPr>
      <p:sp>
        <p:nvSpPr>
          <p:cNvPr id="109" name="Google Shape;109;p40"/>
          <p:cNvSpPr txBox="1"/>
          <p:nvPr>
            <p:ph type="title"/>
          </p:nvPr>
        </p:nvSpPr>
        <p:spPr>
          <a:xfrm>
            <a:off x="2432197" y="805417"/>
            <a:ext cx="6140303" cy="304847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2"/>
              </a:buClr>
              <a:buSzPts val="6300"/>
              <a:buFont typeface="Impact"/>
              <a:buNone/>
              <a:defRPr sz="630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40"/>
          <p:cNvSpPr txBox="1"/>
          <p:nvPr>
            <p:ph idx="1" type="body"/>
          </p:nvPr>
        </p:nvSpPr>
        <p:spPr>
          <a:xfrm>
            <a:off x="2432198" y="3869836"/>
            <a:ext cx="5263116" cy="71335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25"/>
              </a:spcBef>
              <a:spcAft>
                <a:spcPts val="0"/>
              </a:spcAft>
              <a:buSzPts val="1500"/>
              <a:buNone/>
              <a:defRPr b="1" i="0" sz="1500" cap="none">
                <a:solidFill>
                  <a:schemeClr val="accent1"/>
                </a:solidFill>
              </a:defRPr>
            </a:lvl1pPr>
            <a:lvl2pPr indent="-228600" lvl="1" marL="914400" algn="l">
              <a:lnSpc>
                <a:spcPct val="110000"/>
              </a:lnSpc>
              <a:spcBef>
                <a:spcPts val="525"/>
              </a:spcBef>
              <a:spcAft>
                <a:spcPts val="0"/>
              </a:spcAft>
              <a:buSzPts val="1500"/>
              <a:buNone/>
              <a:defRPr sz="1500">
                <a:solidFill>
                  <a:schemeClr val="lt1"/>
                </a:solidFill>
              </a:defRPr>
            </a:lvl2pPr>
            <a:lvl3pPr indent="-228600" lvl="2" marL="1371600" algn="l">
              <a:lnSpc>
                <a:spcPct val="110000"/>
              </a:lnSpc>
              <a:spcBef>
                <a:spcPts val="525"/>
              </a:spcBef>
              <a:spcAft>
                <a:spcPts val="0"/>
              </a:spcAft>
              <a:buSzPts val="1350"/>
              <a:buNone/>
              <a:defRPr sz="1350">
                <a:solidFill>
                  <a:schemeClr val="lt1"/>
                </a:solidFill>
              </a:defRPr>
            </a:lvl3pPr>
            <a:lvl4pPr indent="-228600" lvl="3" marL="1828800" algn="l">
              <a:lnSpc>
                <a:spcPct val="110000"/>
              </a:lnSpc>
              <a:spcBef>
                <a:spcPts val="525"/>
              </a:spcBef>
              <a:spcAft>
                <a:spcPts val="0"/>
              </a:spcAft>
              <a:buSzPts val="1200"/>
              <a:buNone/>
              <a:defRPr sz="1200">
                <a:solidFill>
                  <a:schemeClr val="lt1"/>
                </a:solidFill>
              </a:defRPr>
            </a:lvl4pPr>
            <a:lvl5pPr indent="-228600" lvl="4" marL="2286000" algn="l">
              <a:lnSpc>
                <a:spcPct val="110000"/>
              </a:lnSpc>
              <a:spcBef>
                <a:spcPts val="525"/>
              </a:spcBef>
              <a:spcAft>
                <a:spcPts val="0"/>
              </a:spcAft>
              <a:buSzPts val="1200"/>
              <a:buNone/>
              <a:defRPr sz="1200">
                <a:solidFill>
                  <a:schemeClr val="lt1"/>
                </a:solidFill>
              </a:defRPr>
            </a:lvl5pPr>
            <a:lvl6pPr indent="-228600" lvl="5" marL="2743200" algn="l">
              <a:lnSpc>
                <a:spcPct val="110000"/>
              </a:lnSpc>
              <a:spcBef>
                <a:spcPts val="525"/>
              </a:spcBef>
              <a:spcAft>
                <a:spcPts val="0"/>
              </a:spcAft>
              <a:buSzPts val="1200"/>
              <a:buNone/>
              <a:defRPr sz="1200">
                <a:solidFill>
                  <a:schemeClr val="lt1"/>
                </a:solidFill>
              </a:defRPr>
            </a:lvl6pPr>
            <a:lvl7pPr indent="-228600" lvl="6" marL="3200400" algn="l">
              <a:lnSpc>
                <a:spcPct val="110000"/>
              </a:lnSpc>
              <a:spcBef>
                <a:spcPts val="525"/>
              </a:spcBef>
              <a:spcAft>
                <a:spcPts val="0"/>
              </a:spcAft>
              <a:buSzPts val="1200"/>
              <a:buNone/>
              <a:defRPr sz="1200">
                <a:solidFill>
                  <a:schemeClr val="lt1"/>
                </a:solidFill>
              </a:defRPr>
            </a:lvl7pPr>
            <a:lvl8pPr indent="-228600" lvl="7" marL="3657600" algn="l">
              <a:lnSpc>
                <a:spcPct val="110000"/>
              </a:lnSpc>
              <a:spcBef>
                <a:spcPts val="525"/>
              </a:spcBef>
              <a:spcAft>
                <a:spcPts val="0"/>
              </a:spcAft>
              <a:buSzPts val="1200"/>
              <a:buNone/>
              <a:defRPr sz="1200">
                <a:solidFill>
                  <a:schemeClr val="lt1"/>
                </a:solidFill>
              </a:defRPr>
            </a:lvl8pPr>
            <a:lvl9pPr indent="-228600" lvl="8" marL="4114800" algn="l">
              <a:lnSpc>
                <a:spcPct val="110000"/>
              </a:lnSpc>
              <a:spcBef>
                <a:spcPts val="525"/>
              </a:spcBef>
              <a:spcAft>
                <a:spcPts val="0"/>
              </a:spcAft>
              <a:buSzPts val="1200"/>
              <a:buNone/>
              <a:defRPr sz="1200">
                <a:solidFill>
                  <a:schemeClr val="lt1"/>
                </a:solidFill>
              </a:defRPr>
            </a:lvl9pPr>
          </a:lstStyle>
          <a:p/>
        </p:txBody>
      </p:sp>
      <p:sp>
        <p:nvSpPr>
          <p:cNvPr id="111" name="Google Shape;111;p40"/>
          <p:cNvSpPr txBox="1"/>
          <p:nvPr>
            <p:ph idx="10" type="dt"/>
          </p:nvPr>
        </p:nvSpPr>
        <p:spPr>
          <a:xfrm>
            <a:off x="2427410" y="4781759"/>
            <a:ext cx="1120460" cy="26134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40"/>
          <p:cNvSpPr txBox="1"/>
          <p:nvPr>
            <p:ph idx="11" type="ftr"/>
          </p:nvPr>
        </p:nvSpPr>
        <p:spPr>
          <a:xfrm>
            <a:off x="3959298" y="4781759"/>
            <a:ext cx="3086100" cy="25934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40"/>
          <p:cNvSpPr txBox="1"/>
          <p:nvPr>
            <p:ph idx="12" type="sldNum"/>
          </p:nvPr>
        </p:nvSpPr>
        <p:spPr>
          <a:xfrm>
            <a:off x="7456825" y="4781759"/>
            <a:ext cx="1115675" cy="25934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grpSp>
        <p:nvGrpSpPr>
          <p:cNvPr id="114" name="Google Shape;114;p40" title="left scallop shape"/>
          <p:cNvGrpSpPr/>
          <p:nvPr/>
        </p:nvGrpSpPr>
        <p:grpSpPr>
          <a:xfrm>
            <a:off x="0" y="0"/>
            <a:ext cx="2110979" cy="5143500"/>
            <a:chOff x="0" y="0"/>
            <a:chExt cx="2814638" cy="6858000"/>
          </a:xfrm>
        </p:grpSpPr>
        <p:sp>
          <p:nvSpPr>
            <p:cNvPr id="115" name="Google Shape;115;p40" title="left scallop shape"/>
            <p:cNvSpPr/>
            <p:nvPr/>
          </p:nvSpPr>
          <p:spPr>
            <a:xfrm>
              <a:off x="0" y="0"/>
              <a:ext cx="2814638" cy="6858000"/>
            </a:xfrm>
            <a:custGeom>
              <a:rect b="b" l="l" r="r" t="t"/>
              <a:pathLst>
                <a:path extrusionOk="0" h="4320" w="1773">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lt2"/>
            </a:solidFill>
            <a:ln>
              <a:noFill/>
            </a:ln>
          </p:spPr>
        </p:sp>
        <p:sp>
          <p:nvSpPr>
            <p:cNvPr id="116" name="Google Shape;116;p40" title="left scallop inline"/>
            <p:cNvSpPr/>
            <p:nvPr/>
          </p:nvSpPr>
          <p:spPr>
            <a:xfrm>
              <a:off x="874382" y="0"/>
              <a:ext cx="1646238" cy="6858000"/>
            </a:xfrm>
            <a:custGeom>
              <a:rect b="b" l="l" r="r" t="t"/>
              <a:pathLst>
                <a:path extrusionOk="0" h="4320" w="1037">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a:noFill/>
            </a:ln>
          </p:spPr>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938758" y="286789"/>
            <a:ext cx="7633742" cy="1119099"/>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2"/>
              </a:buClr>
              <a:buSzPts val="3825"/>
              <a:buFont typeface="Impact"/>
              <a:buNone/>
              <a:defRPr b="0" i="0" sz="3825" u="none" cap="none" strike="noStrike">
                <a:solidFill>
                  <a:schemeClr val="dk2"/>
                </a:solidFill>
                <a:latin typeface="Impact"/>
                <a:ea typeface="Impact"/>
                <a:cs typeface="Impact"/>
                <a:sym typeface="Impac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5"/>
          <p:cNvSpPr txBox="1"/>
          <p:nvPr>
            <p:ph idx="1" type="body"/>
          </p:nvPr>
        </p:nvSpPr>
        <p:spPr>
          <a:xfrm>
            <a:off x="938758" y="1714501"/>
            <a:ext cx="7633742" cy="2695193"/>
          </a:xfrm>
          <a:prstGeom prst="rect">
            <a:avLst/>
          </a:prstGeom>
          <a:noFill/>
          <a:ln>
            <a:noFill/>
          </a:ln>
        </p:spPr>
        <p:txBody>
          <a:bodyPr anchorCtr="0" anchor="t" bIns="45700" lIns="91425" spcFirstLastPara="1" rIns="91425" wrap="square" tIns="45700">
            <a:normAutofit/>
          </a:bodyPr>
          <a:lstStyle>
            <a:lvl1pPr indent="-323850" lvl="0" marL="457200" marR="0" rtl="0" algn="l">
              <a:lnSpc>
                <a:spcPct val="110000"/>
              </a:lnSpc>
              <a:spcBef>
                <a:spcPts val="525"/>
              </a:spcBef>
              <a:spcAft>
                <a:spcPts val="0"/>
              </a:spcAft>
              <a:buClr>
                <a:schemeClr val="dk2"/>
              </a:buClr>
              <a:buSzPts val="1500"/>
              <a:buFont typeface="Arial"/>
              <a:buChar char="•"/>
              <a:defRPr b="0" i="0" sz="1500" u="none" cap="none" strike="noStrike">
                <a:solidFill>
                  <a:srgbClr val="595959"/>
                </a:solidFill>
                <a:latin typeface="Gill Sans"/>
                <a:ea typeface="Gill Sans"/>
                <a:cs typeface="Gill Sans"/>
                <a:sym typeface="Gill Sans"/>
              </a:defRPr>
            </a:lvl1pPr>
            <a:lvl2pPr indent="-314325" lvl="1" marL="914400" marR="0" rtl="0" algn="l">
              <a:lnSpc>
                <a:spcPct val="110000"/>
              </a:lnSpc>
              <a:spcBef>
                <a:spcPts val="525"/>
              </a:spcBef>
              <a:spcAft>
                <a:spcPts val="0"/>
              </a:spcAft>
              <a:buClr>
                <a:schemeClr val="dk2"/>
              </a:buClr>
              <a:buSzPts val="1350"/>
              <a:buFont typeface="Gill Sans"/>
              <a:buChar char="–"/>
              <a:defRPr b="0" i="0" sz="1350" u="none" cap="none" strike="noStrike">
                <a:solidFill>
                  <a:srgbClr val="595959"/>
                </a:solidFill>
                <a:latin typeface="Gill Sans"/>
                <a:ea typeface="Gill Sans"/>
                <a:cs typeface="Gill Sans"/>
                <a:sym typeface="Gill Sans"/>
              </a:defRPr>
            </a:lvl2pPr>
            <a:lvl3pPr indent="-304800" lvl="2" marL="1371600" marR="0" rtl="0" algn="l">
              <a:lnSpc>
                <a:spcPct val="110000"/>
              </a:lnSpc>
              <a:spcBef>
                <a:spcPts val="525"/>
              </a:spcBef>
              <a:spcAft>
                <a:spcPts val="0"/>
              </a:spcAft>
              <a:buClr>
                <a:schemeClr val="dk2"/>
              </a:buClr>
              <a:buSzPts val="1200"/>
              <a:buFont typeface="Arial"/>
              <a:buChar char="•"/>
              <a:defRPr b="0" i="0" sz="1200" u="none" cap="none" strike="noStrike">
                <a:solidFill>
                  <a:srgbClr val="595959"/>
                </a:solidFill>
                <a:latin typeface="Gill Sans"/>
                <a:ea typeface="Gill Sans"/>
                <a:cs typeface="Gill Sans"/>
                <a:sym typeface="Gill Sans"/>
              </a:defRPr>
            </a:lvl3pPr>
            <a:lvl4pPr indent="-295275" lvl="3" marL="1828800" marR="0" rtl="0" algn="l">
              <a:lnSpc>
                <a:spcPct val="110000"/>
              </a:lnSpc>
              <a:spcBef>
                <a:spcPts val="525"/>
              </a:spcBef>
              <a:spcAft>
                <a:spcPts val="0"/>
              </a:spcAft>
              <a:buClr>
                <a:schemeClr val="dk2"/>
              </a:buClr>
              <a:buSzPts val="1050"/>
              <a:buFont typeface="Gill Sans"/>
              <a:buChar char="–"/>
              <a:defRPr b="0" i="0" sz="1050" u="none" cap="none" strike="noStrike">
                <a:solidFill>
                  <a:srgbClr val="595959"/>
                </a:solidFill>
                <a:latin typeface="Gill Sans"/>
                <a:ea typeface="Gill Sans"/>
                <a:cs typeface="Gill Sans"/>
                <a:sym typeface="Gill Sans"/>
              </a:defRPr>
            </a:lvl4pPr>
            <a:lvl5pPr indent="-295275" lvl="4" marL="2286000" marR="0" rtl="0" algn="l">
              <a:lnSpc>
                <a:spcPct val="110000"/>
              </a:lnSpc>
              <a:spcBef>
                <a:spcPts val="525"/>
              </a:spcBef>
              <a:spcAft>
                <a:spcPts val="0"/>
              </a:spcAft>
              <a:buClr>
                <a:schemeClr val="dk2"/>
              </a:buClr>
              <a:buSzPts val="1050"/>
              <a:buFont typeface="Arial"/>
              <a:buChar char="•"/>
              <a:defRPr b="0" i="0" sz="1050" u="none" cap="none" strike="noStrike">
                <a:solidFill>
                  <a:srgbClr val="595959"/>
                </a:solidFill>
                <a:latin typeface="Gill Sans"/>
                <a:ea typeface="Gill Sans"/>
                <a:cs typeface="Gill Sans"/>
                <a:sym typeface="Gill Sans"/>
              </a:defRPr>
            </a:lvl5pPr>
            <a:lvl6pPr indent="-295275" lvl="5" marL="2743200" marR="0" rtl="0" algn="l">
              <a:lnSpc>
                <a:spcPct val="110000"/>
              </a:lnSpc>
              <a:spcBef>
                <a:spcPts val="525"/>
              </a:spcBef>
              <a:spcAft>
                <a:spcPts val="0"/>
              </a:spcAft>
              <a:buClr>
                <a:schemeClr val="dk2"/>
              </a:buClr>
              <a:buSzPts val="1050"/>
              <a:buFont typeface="Gill Sans"/>
              <a:buChar char="–"/>
              <a:defRPr b="0" i="0" sz="1050" u="none" cap="none" strike="noStrike">
                <a:solidFill>
                  <a:srgbClr val="595959"/>
                </a:solidFill>
                <a:latin typeface="Gill Sans"/>
                <a:ea typeface="Gill Sans"/>
                <a:cs typeface="Gill Sans"/>
                <a:sym typeface="Gill Sans"/>
              </a:defRPr>
            </a:lvl6pPr>
            <a:lvl7pPr indent="-295275" lvl="6" marL="3200400" marR="0" rtl="0" algn="l">
              <a:lnSpc>
                <a:spcPct val="110000"/>
              </a:lnSpc>
              <a:spcBef>
                <a:spcPts val="525"/>
              </a:spcBef>
              <a:spcAft>
                <a:spcPts val="0"/>
              </a:spcAft>
              <a:buClr>
                <a:schemeClr val="dk2"/>
              </a:buClr>
              <a:buSzPts val="1050"/>
              <a:buFont typeface="Arial"/>
              <a:buChar char="•"/>
              <a:defRPr b="0" i="0" sz="1050" u="none" cap="none" strike="noStrike">
                <a:solidFill>
                  <a:srgbClr val="595959"/>
                </a:solidFill>
                <a:latin typeface="Gill Sans"/>
                <a:ea typeface="Gill Sans"/>
                <a:cs typeface="Gill Sans"/>
                <a:sym typeface="Gill Sans"/>
              </a:defRPr>
            </a:lvl7pPr>
            <a:lvl8pPr indent="-295275" lvl="7" marL="3657600" marR="0" rtl="0" algn="l">
              <a:lnSpc>
                <a:spcPct val="110000"/>
              </a:lnSpc>
              <a:spcBef>
                <a:spcPts val="525"/>
              </a:spcBef>
              <a:spcAft>
                <a:spcPts val="0"/>
              </a:spcAft>
              <a:buClr>
                <a:schemeClr val="dk2"/>
              </a:buClr>
              <a:buSzPts val="1050"/>
              <a:buFont typeface="Gill Sans"/>
              <a:buChar char="–"/>
              <a:defRPr b="0" i="0" sz="1050" u="none" cap="none" strike="noStrike">
                <a:solidFill>
                  <a:srgbClr val="595959"/>
                </a:solidFill>
                <a:latin typeface="Gill Sans"/>
                <a:ea typeface="Gill Sans"/>
                <a:cs typeface="Gill Sans"/>
                <a:sym typeface="Gill Sans"/>
              </a:defRPr>
            </a:lvl8pPr>
            <a:lvl9pPr indent="-295275" lvl="8" marL="4114800" marR="0" rtl="0" algn="l">
              <a:lnSpc>
                <a:spcPct val="110000"/>
              </a:lnSpc>
              <a:spcBef>
                <a:spcPts val="525"/>
              </a:spcBef>
              <a:spcAft>
                <a:spcPts val="0"/>
              </a:spcAft>
              <a:buClr>
                <a:schemeClr val="dk2"/>
              </a:buClr>
              <a:buSzPts val="1050"/>
              <a:buFont typeface="Arial"/>
              <a:buChar char="•"/>
              <a:defRPr b="0" i="0" sz="1050" u="none" cap="none" strike="noStrike">
                <a:solidFill>
                  <a:srgbClr val="595959"/>
                </a:solidFill>
                <a:latin typeface="Gill Sans"/>
                <a:ea typeface="Gill Sans"/>
                <a:cs typeface="Gill Sans"/>
                <a:sym typeface="Gill Sans"/>
              </a:defRPr>
            </a:lvl9pPr>
          </a:lstStyle>
          <a:p/>
        </p:txBody>
      </p:sp>
      <p:sp>
        <p:nvSpPr>
          <p:cNvPr id="12" name="Google Shape;12;p35"/>
          <p:cNvSpPr txBox="1"/>
          <p:nvPr>
            <p:ph idx="10" type="dt"/>
          </p:nvPr>
        </p:nvSpPr>
        <p:spPr>
          <a:xfrm>
            <a:off x="938758" y="4781759"/>
            <a:ext cx="1747292" cy="26134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595959"/>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3" name="Google Shape;13;p35"/>
          <p:cNvSpPr txBox="1"/>
          <p:nvPr>
            <p:ph idx="11" type="ftr"/>
          </p:nvPr>
        </p:nvSpPr>
        <p:spPr>
          <a:xfrm>
            <a:off x="3028950" y="4781759"/>
            <a:ext cx="3086100" cy="259347"/>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595959"/>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4" name="Google Shape;14;p35"/>
          <p:cNvSpPr txBox="1"/>
          <p:nvPr>
            <p:ph idx="12" type="sldNum"/>
          </p:nvPr>
        </p:nvSpPr>
        <p:spPr>
          <a:xfrm>
            <a:off x="6457951" y="4781759"/>
            <a:ext cx="2114549" cy="259347"/>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35" title="Left scallop edge"/>
          <p:cNvSpPr/>
          <p:nvPr/>
        </p:nvSpPr>
        <p:spPr>
          <a:xfrm>
            <a:off x="0" y="0"/>
            <a:ext cx="664369" cy="5143500"/>
          </a:xfrm>
          <a:custGeom>
            <a:rect b="b" l="l" r="r" t="t"/>
            <a:pathLst>
              <a:path extrusionOk="0" h="4320" w="558">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dk2"/>
          </a:solidFill>
          <a:ln>
            <a:noFill/>
          </a:ln>
        </p:spPr>
      </p:sp>
      <p:sp>
        <p:nvSpPr>
          <p:cNvPr id="16" name="Google Shape;16;p35" title="right edge border"/>
          <p:cNvSpPr/>
          <p:nvPr/>
        </p:nvSpPr>
        <p:spPr>
          <a:xfrm>
            <a:off x="8931402" y="0"/>
            <a:ext cx="212598"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0" name="Shape 100"/>
        <p:cNvGrpSpPr/>
        <p:nvPr/>
      </p:nvGrpSpPr>
      <p:grpSpPr>
        <a:xfrm>
          <a:off x="0" y="0"/>
          <a:ext cx="0" cy="0"/>
          <a:chOff x="0" y="0"/>
          <a:chExt cx="0" cy="0"/>
        </a:xfrm>
      </p:grpSpPr>
      <p:sp>
        <p:nvSpPr>
          <p:cNvPr id="101" name="Google Shape;101;p38"/>
          <p:cNvSpPr txBox="1"/>
          <p:nvPr>
            <p:ph type="title"/>
          </p:nvPr>
        </p:nvSpPr>
        <p:spPr>
          <a:xfrm>
            <a:off x="938758" y="286789"/>
            <a:ext cx="7633742" cy="1119099"/>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lt2"/>
              </a:buClr>
              <a:buSzPts val="3825"/>
              <a:buFont typeface="Impact"/>
              <a:buNone/>
              <a:defRPr b="0" i="0" sz="3825" u="none" cap="none" strike="noStrike">
                <a:solidFill>
                  <a:schemeClr val="lt2"/>
                </a:solidFill>
                <a:latin typeface="Impact"/>
                <a:ea typeface="Impact"/>
                <a:cs typeface="Impact"/>
                <a:sym typeface="Impac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2" name="Google Shape;102;p38"/>
          <p:cNvSpPr txBox="1"/>
          <p:nvPr>
            <p:ph idx="1" type="body"/>
          </p:nvPr>
        </p:nvSpPr>
        <p:spPr>
          <a:xfrm>
            <a:off x="938758" y="1714501"/>
            <a:ext cx="7633742" cy="2695193"/>
          </a:xfrm>
          <a:prstGeom prst="rect">
            <a:avLst/>
          </a:prstGeom>
          <a:noFill/>
          <a:ln>
            <a:noFill/>
          </a:ln>
        </p:spPr>
        <p:txBody>
          <a:bodyPr anchorCtr="0" anchor="t" bIns="45700" lIns="91425" spcFirstLastPara="1" rIns="91425" wrap="square" tIns="45700">
            <a:normAutofit/>
          </a:bodyPr>
          <a:lstStyle>
            <a:lvl1pPr indent="-323850" lvl="0" marL="457200" marR="0" rtl="0" algn="l">
              <a:lnSpc>
                <a:spcPct val="110000"/>
              </a:lnSpc>
              <a:spcBef>
                <a:spcPts val="525"/>
              </a:spcBef>
              <a:spcAft>
                <a:spcPts val="0"/>
              </a:spcAft>
              <a:buClr>
                <a:schemeClr val="lt2"/>
              </a:buClr>
              <a:buSzPts val="1500"/>
              <a:buFont typeface="Arial"/>
              <a:buChar char="•"/>
              <a:defRPr b="0" i="0" sz="1500" u="none" cap="none" strike="noStrike">
                <a:solidFill>
                  <a:srgbClr val="FEFEFE"/>
                </a:solidFill>
                <a:latin typeface="Gill Sans"/>
                <a:ea typeface="Gill Sans"/>
                <a:cs typeface="Gill Sans"/>
                <a:sym typeface="Gill Sans"/>
              </a:defRPr>
            </a:lvl1pPr>
            <a:lvl2pPr indent="-314325" lvl="1" marL="914400" marR="0" rtl="0" algn="l">
              <a:lnSpc>
                <a:spcPct val="110000"/>
              </a:lnSpc>
              <a:spcBef>
                <a:spcPts val="525"/>
              </a:spcBef>
              <a:spcAft>
                <a:spcPts val="0"/>
              </a:spcAft>
              <a:buClr>
                <a:schemeClr val="lt2"/>
              </a:buClr>
              <a:buSzPts val="1350"/>
              <a:buFont typeface="Gill Sans"/>
              <a:buChar char="–"/>
              <a:defRPr b="0" i="0" sz="1350" u="none" cap="none" strike="noStrike">
                <a:solidFill>
                  <a:srgbClr val="FEFEFE"/>
                </a:solidFill>
                <a:latin typeface="Gill Sans"/>
                <a:ea typeface="Gill Sans"/>
                <a:cs typeface="Gill Sans"/>
                <a:sym typeface="Gill Sans"/>
              </a:defRPr>
            </a:lvl2pPr>
            <a:lvl3pPr indent="-304800" lvl="2" marL="1371600" marR="0" rtl="0" algn="l">
              <a:lnSpc>
                <a:spcPct val="110000"/>
              </a:lnSpc>
              <a:spcBef>
                <a:spcPts val="525"/>
              </a:spcBef>
              <a:spcAft>
                <a:spcPts val="0"/>
              </a:spcAft>
              <a:buClr>
                <a:schemeClr val="lt2"/>
              </a:buClr>
              <a:buSzPts val="1200"/>
              <a:buFont typeface="Arial"/>
              <a:buChar char="•"/>
              <a:defRPr b="0" i="0" sz="1200" u="none" cap="none" strike="noStrike">
                <a:solidFill>
                  <a:srgbClr val="FEFEFE"/>
                </a:solidFill>
                <a:latin typeface="Gill Sans"/>
                <a:ea typeface="Gill Sans"/>
                <a:cs typeface="Gill Sans"/>
                <a:sym typeface="Gill Sans"/>
              </a:defRPr>
            </a:lvl3pPr>
            <a:lvl4pPr indent="-295275" lvl="3" marL="1828800" marR="0" rtl="0" algn="l">
              <a:lnSpc>
                <a:spcPct val="110000"/>
              </a:lnSpc>
              <a:spcBef>
                <a:spcPts val="525"/>
              </a:spcBef>
              <a:spcAft>
                <a:spcPts val="0"/>
              </a:spcAft>
              <a:buClr>
                <a:schemeClr val="lt2"/>
              </a:buClr>
              <a:buSzPts val="1050"/>
              <a:buFont typeface="Gill Sans"/>
              <a:buChar char="–"/>
              <a:defRPr b="0" i="0" sz="1050" u="none" cap="none" strike="noStrike">
                <a:solidFill>
                  <a:srgbClr val="FEFEFE"/>
                </a:solidFill>
                <a:latin typeface="Gill Sans"/>
                <a:ea typeface="Gill Sans"/>
                <a:cs typeface="Gill Sans"/>
                <a:sym typeface="Gill Sans"/>
              </a:defRPr>
            </a:lvl4pPr>
            <a:lvl5pPr indent="-295275" lvl="4" marL="2286000" marR="0" rtl="0" algn="l">
              <a:lnSpc>
                <a:spcPct val="110000"/>
              </a:lnSpc>
              <a:spcBef>
                <a:spcPts val="525"/>
              </a:spcBef>
              <a:spcAft>
                <a:spcPts val="0"/>
              </a:spcAft>
              <a:buClr>
                <a:schemeClr val="lt2"/>
              </a:buClr>
              <a:buSzPts val="1050"/>
              <a:buFont typeface="Arial"/>
              <a:buChar char="•"/>
              <a:defRPr b="0" i="0" sz="1050" u="none" cap="none" strike="noStrike">
                <a:solidFill>
                  <a:srgbClr val="FEFEFE"/>
                </a:solidFill>
                <a:latin typeface="Gill Sans"/>
                <a:ea typeface="Gill Sans"/>
                <a:cs typeface="Gill Sans"/>
                <a:sym typeface="Gill Sans"/>
              </a:defRPr>
            </a:lvl5pPr>
            <a:lvl6pPr indent="-295275" lvl="5" marL="2743200" marR="0" rtl="0" algn="l">
              <a:lnSpc>
                <a:spcPct val="110000"/>
              </a:lnSpc>
              <a:spcBef>
                <a:spcPts val="525"/>
              </a:spcBef>
              <a:spcAft>
                <a:spcPts val="0"/>
              </a:spcAft>
              <a:buClr>
                <a:schemeClr val="lt2"/>
              </a:buClr>
              <a:buSzPts val="1050"/>
              <a:buFont typeface="Gill Sans"/>
              <a:buChar char="–"/>
              <a:defRPr b="0" i="0" sz="1050" u="none" cap="none" strike="noStrike">
                <a:solidFill>
                  <a:srgbClr val="FEFEFE"/>
                </a:solidFill>
                <a:latin typeface="Gill Sans"/>
                <a:ea typeface="Gill Sans"/>
                <a:cs typeface="Gill Sans"/>
                <a:sym typeface="Gill Sans"/>
              </a:defRPr>
            </a:lvl6pPr>
            <a:lvl7pPr indent="-295275" lvl="6" marL="3200400" marR="0" rtl="0" algn="l">
              <a:lnSpc>
                <a:spcPct val="110000"/>
              </a:lnSpc>
              <a:spcBef>
                <a:spcPts val="525"/>
              </a:spcBef>
              <a:spcAft>
                <a:spcPts val="0"/>
              </a:spcAft>
              <a:buClr>
                <a:schemeClr val="lt2"/>
              </a:buClr>
              <a:buSzPts val="1050"/>
              <a:buFont typeface="Arial"/>
              <a:buChar char="•"/>
              <a:defRPr b="0" i="0" sz="1050" u="none" cap="none" strike="noStrike">
                <a:solidFill>
                  <a:srgbClr val="FEFEFE"/>
                </a:solidFill>
                <a:latin typeface="Gill Sans"/>
                <a:ea typeface="Gill Sans"/>
                <a:cs typeface="Gill Sans"/>
                <a:sym typeface="Gill Sans"/>
              </a:defRPr>
            </a:lvl7pPr>
            <a:lvl8pPr indent="-295275" lvl="7" marL="3657600" marR="0" rtl="0" algn="l">
              <a:lnSpc>
                <a:spcPct val="110000"/>
              </a:lnSpc>
              <a:spcBef>
                <a:spcPts val="525"/>
              </a:spcBef>
              <a:spcAft>
                <a:spcPts val="0"/>
              </a:spcAft>
              <a:buClr>
                <a:schemeClr val="lt2"/>
              </a:buClr>
              <a:buSzPts val="1050"/>
              <a:buFont typeface="Gill Sans"/>
              <a:buChar char="–"/>
              <a:defRPr b="0" i="0" sz="1050" u="none" cap="none" strike="noStrike">
                <a:solidFill>
                  <a:srgbClr val="FEFEFE"/>
                </a:solidFill>
                <a:latin typeface="Gill Sans"/>
                <a:ea typeface="Gill Sans"/>
                <a:cs typeface="Gill Sans"/>
                <a:sym typeface="Gill Sans"/>
              </a:defRPr>
            </a:lvl8pPr>
            <a:lvl9pPr indent="-295275" lvl="8" marL="4114800" marR="0" rtl="0" algn="l">
              <a:lnSpc>
                <a:spcPct val="110000"/>
              </a:lnSpc>
              <a:spcBef>
                <a:spcPts val="525"/>
              </a:spcBef>
              <a:spcAft>
                <a:spcPts val="0"/>
              </a:spcAft>
              <a:buClr>
                <a:schemeClr val="lt2"/>
              </a:buClr>
              <a:buSzPts val="1050"/>
              <a:buFont typeface="Arial"/>
              <a:buChar char="•"/>
              <a:defRPr b="0" i="0" sz="1050" u="none" cap="none" strike="noStrike">
                <a:solidFill>
                  <a:srgbClr val="FEFEFE"/>
                </a:solidFill>
                <a:latin typeface="Gill Sans"/>
                <a:ea typeface="Gill Sans"/>
                <a:cs typeface="Gill Sans"/>
                <a:sym typeface="Gill Sans"/>
              </a:defRPr>
            </a:lvl9pPr>
          </a:lstStyle>
          <a:p/>
        </p:txBody>
      </p:sp>
      <p:sp>
        <p:nvSpPr>
          <p:cNvPr id="103" name="Google Shape;103;p38"/>
          <p:cNvSpPr txBox="1"/>
          <p:nvPr>
            <p:ph idx="10" type="dt"/>
          </p:nvPr>
        </p:nvSpPr>
        <p:spPr>
          <a:xfrm>
            <a:off x="938758" y="4781759"/>
            <a:ext cx="1747292" cy="26134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EFEFE"/>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9pPr>
          </a:lstStyle>
          <a:p/>
        </p:txBody>
      </p:sp>
      <p:sp>
        <p:nvSpPr>
          <p:cNvPr id="104" name="Google Shape;104;p38"/>
          <p:cNvSpPr txBox="1"/>
          <p:nvPr>
            <p:ph idx="11" type="ftr"/>
          </p:nvPr>
        </p:nvSpPr>
        <p:spPr>
          <a:xfrm>
            <a:off x="3028950" y="4781759"/>
            <a:ext cx="3086100" cy="259347"/>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EFEFE"/>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9pPr>
          </a:lstStyle>
          <a:p/>
        </p:txBody>
      </p:sp>
      <p:sp>
        <p:nvSpPr>
          <p:cNvPr id="105" name="Google Shape;105;p38"/>
          <p:cNvSpPr txBox="1"/>
          <p:nvPr>
            <p:ph idx="12" type="sldNum"/>
          </p:nvPr>
        </p:nvSpPr>
        <p:spPr>
          <a:xfrm>
            <a:off x="6457951" y="4781759"/>
            <a:ext cx="2114549" cy="259347"/>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FEFEFE"/>
                </a:solidFill>
                <a:latin typeface="Gill Sans"/>
                <a:ea typeface="Gill Sans"/>
                <a:cs typeface="Gill Sans"/>
                <a:sym typeface="Gill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FEFEFE"/>
                </a:solidFill>
                <a:latin typeface="Gill Sans"/>
                <a:ea typeface="Gill Sans"/>
                <a:cs typeface="Gill Sans"/>
                <a:sym typeface="Gill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FEFEFE"/>
                </a:solidFill>
                <a:latin typeface="Gill Sans"/>
                <a:ea typeface="Gill Sans"/>
                <a:cs typeface="Gill Sans"/>
                <a:sym typeface="Gill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FEFEFE"/>
                </a:solidFill>
                <a:latin typeface="Gill Sans"/>
                <a:ea typeface="Gill Sans"/>
                <a:cs typeface="Gill Sans"/>
                <a:sym typeface="Gill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FEFEFE"/>
                </a:solidFill>
                <a:latin typeface="Gill Sans"/>
                <a:ea typeface="Gill Sans"/>
                <a:cs typeface="Gill Sans"/>
                <a:sym typeface="Gill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FEFEFE"/>
                </a:solidFill>
                <a:latin typeface="Gill Sans"/>
                <a:ea typeface="Gill Sans"/>
                <a:cs typeface="Gill Sans"/>
                <a:sym typeface="Gill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FEFEFE"/>
                </a:solidFill>
                <a:latin typeface="Gill Sans"/>
                <a:ea typeface="Gill Sans"/>
                <a:cs typeface="Gill Sans"/>
                <a:sym typeface="Gill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FEFEFE"/>
                </a:solidFill>
                <a:latin typeface="Gill Sans"/>
                <a:ea typeface="Gill Sans"/>
                <a:cs typeface="Gill Sans"/>
                <a:sym typeface="Gill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FEFEF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06" name="Google Shape;106;p38" title="Left scallop edge"/>
          <p:cNvSpPr/>
          <p:nvPr/>
        </p:nvSpPr>
        <p:spPr>
          <a:xfrm>
            <a:off x="0" y="0"/>
            <a:ext cx="664369" cy="5143500"/>
          </a:xfrm>
          <a:custGeom>
            <a:rect b="b" l="l" r="r" t="t"/>
            <a:pathLst>
              <a:path extrusionOk="0" h="4320" w="558">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lt2"/>
          </a:solidFill>
          <a:ln>
            <a:noFill/>
          </a:ln>
        </p:spPr>
      </p:sp>
      <p:sp>
        <p:nvSpPr>
          <p:cNvPr id="107" name="Google Shape;107;p38" title="right edge border"/>
          <p:cNvSpPr/>
          <p:nvPr/>
        </p:nvSpPr>
        <p:spPr>
          <a:xfrm>
            <a:off x="8931402" y="0"/>
            <a:ext cx="212598"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6"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phet.colorado.edu/en/simulations/energy-forms-and-changes" TargetMode="Externa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phet.colorado.edu/en/simulations/energy-skate-park-basics"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
          <p:cNvSpPr txBox="1"/>
          <p:nvPr>
            <p:ph type="ctrTitle"/>
          </p:nvPr>
        </p:nvSpPr>
        <p:spPr>
          <a:xfrm>
            <a:off x="808892" y="823791"/>
            <a:ext cx="7738814" cy="3296241"/>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2"/>
              </a:buClr>
              <a:buSzPts val="4400"/>
              <a:buFont typeface="Impact"/>
              <a:buNone/>
            </a:pPr>
            <a:r>
              <a:rPr lang="en-US" sz="4400"/>
              <a:t>ENERGY </a:t>
            </a:r>
            <a:br>
              <a:rPr lang="en-US" sz="4400"/>
            </a:br>
            <a:r>
              <a:rPr lang="en-US" sz="4400"/>
              <a:t>transfers and transformations</a:t>
            </a:r>
            <a:endParaRPr sz="4400"/>
          </a:p>
          <a:p>
            <a:pPr indent="0" lvl="0" marL="0" rtl="0" algn="ctr">
              <a:lnSpc>
                <a:spcPct val="90000"/>
              </a:lnSpc>
              <a:spcBef>
                <a:spcPts val="0"/>
              </a:spcBef>
              <a:spcAft>
                <a:spcPts val="0"/>
              </a:spcAft>
              <a:buClr>
                <a:schemeClr val="dk2"/>
              </a:buClr>
              <a:buSzPts val="4400"/>
              <a:buFont typeface="Impact"/>
              <a:buNone/>
            </a:pPr>
            <a:r>
              <a:t/>
            </a:r>
            <a:endParaRPr sz="4400"/>
          </a:p>
        </p:txBody>
      </p:sp>
      <p:sp>
        <p:nvSpPr>
          <p:cNvPr id="122" name="Google Shape;122;p1"/>
          <p:cNvSpPr txBox="1"/>
          <p:nvPr>
            <p:ph idx="1" type="subTitle"/>
          </p:nvPr>
        </p:nvSpPr>
        <p:spPr>
          <a:xfrm>
            <a:off x="1661284" y="4484398"/>
            <a:ext cx="6034030" cy="556709"/>
          </a:xfrm>
          <a:prstGeom prst="rect">
            <a:avLst/>
          </a:prstGeom>
          <a:noFill/>
          <a:ln>
            <a:noFill/>
          </a:ln>
        </p:spPr>
        <p:txBody>
          <a:bodyPr anchorCtr="0" anchor="t" bIns="45700" lIns="91425" spcFirstLastPara="1" rIns="91425" wrap="square" tIns="45700">
            <a:normAutofit lnSpcReduction="20000"/>
          </a:bodyPr>
          <a:lstStyle/>
          <a:p>
            <a:pPr indent="0" lvl="0" marL="0" rtl="0" algn="ctr">
              <a:lnSpc>
                <a:spcPct val="100000"/>
              </a:lnSpc>
              <a:spcBef>
                <a:spcPts val="0"/>
              </a:spcBef>
              <a:spcAft>
                <a:spcPts val="0"/>
              </a:spcAft>
              <a:buSzPts val="1500"/>
              <a:buNone/>
            </a:pPr>
            <a:r>
              <a:rPr lang="en-US"/>
              <a:t>YEAR 9 SCIENCE</a:t>
            </a:r>
            <a:endParaRPr/>
          </a:p>
          <a:p>
            <a:pPr indent="0" lvl="0" marL="0" rtl="0" algn="ctr">
              <a:lnSpc>
                <a:spcPct val="100000"/>
              </a:lnSpc>
              <a:spcBef>
                <a:spcPts val="525"/>
              </a:spcBef>
              <a:spcAft>
                <a:spcPts val="0"/>
              </a:spcAft>
              <a:buSzPts val="1500"/>
              <a:buNone/>
            </a:pPr>
            <a:r>
              <a:rPr lang="en-US"/>
              <a:t>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
          <p:cNvSpPr txBox="1"/>
          <p:nvPr>
            <p:ph type="title"/>
          </p:nvPr>
        </p:nvSpPr>
        <p:spPr>
          <a:xfrm>
            <a:off x="938758" y="286789"/>
            <a:ext cx="7633742" cy="111909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800"/>
              <a:buFont typeface="Impact"/>
              <a:buNone/>
            </a:pPr>
            <a:r>
              <a:rPr lang="en-US"/>
              <a:t>LEARNING INTENTIONS</a:t>
            </a:r>
            <a:endParaRPr/>
          </a:p>
        </p:txBody>
      </p:sp>
      <p:sp>
        <p:nvSpPr>
          <p:cNvPr id="128" name="Google Shape;128;p2"/>
          <p:cNvSpPr txBox="1"/>
          <p:nvPr>
            <p:ph idx="1" type="body"/>
          </p:nvPr>
        </p:nvSpPr>
        <p:spPr>
          <a:xfrm>
            <a:off x="938758" y="1714501"/>
            <a:ext cx="7633742" cy="2695193"/>
          </a:xfrm>
          <a:prstGeom prst="rect">
            <a:avLst/>
          </a:prstGeom>
          <a:noFill/>
          <a:ln>
            <a:noFill/>
          </a:ln>
        </p:spPr>
        <p:txBody>
          <a:bodyPr anchorCtr="0" anchor="t" bIns="45700" lIns="91425" spcFirstLastPara="1" rIns="91425" wrap="square" tIns="45700">
            <a:normAutofit/>
          </a:bodyPr>
          <a:lstStyle/>
          <a:p>
            <a:pPr indent="-457200" lvl="0" marL="457200" rtl="0" algn="l">
              <a:lnSpc>
                <a:spcPct val="110000"/>
              </a:lnSpc>
              <a:spcBef>
                <a:spcPts val="0"/>
              </a:spcBef>
              <a:spcAft>
                <a:spcPts val="0"/>
              </a:spcAft>
              <a:buSzPts val="2000"/>
              <a:buFont typeface="Impact"/>
              <a:buAutoNum type="arabicPeriod"/>
            </a:pPr>
            <a:r>
              <a:rPr lang="en-US" sz="2000">
                <a:solidFill>
                  <a:srgbClr val="7030A0"/>
                </a:solidFill>
              </a:rPr>
              <a:t>Classify energy types.</a:t>
            </a:r>
            <a:endParaRPr/>
          </a:p>
          <a:p>
            <a:pPr indent="-457200" lvl="0" marL="457200" rtl="0" algn="l">
              <a:lnSpc>
                <a:spcPct val="110000"/>
              </a:lnSpc>
              <a:spcBef>
                <a:spcPts val="525"/>
              </a:spcBef>
              <a:spcAft>
                <a:spcPts val="0"/>
              </a:spcAft>
              <a:buSzPts val="2000"/>
              <a:buFont typeface="Impact"/>
              <a:buAutoNum type="arabicPeriod"/>
            </a:pPr>
            <a:r>
              <a:rPr lang="en-US" sz="2000">
                <a:solidFill>
                  <a:srgbClr val="7030A0"/>
                </a:solidFill>
              </a:rPr>
              <a:t>Identify and describe energy transformations.</a:t>
            </a:r>
            <a:endParaRPr/>
          </a:p>
          <a:p>
            <a:pPr indent="-457200" lvl="0" marL="457200" rtl="0" algn="l">
              <a:lnSpc>
                <a:spcPct val="110000"/>
              </a:lnSpc>
              <a:spcBef>
                <a:spcPts val="525"/>
              </a:spcBef>
              <a:spcAft>
                <a:spcPts val="0"/>
              </a:spcAft>
              <a:buSzPts val="2000"/>
              <a:buFont typeface="Impact"/>
              <a:buAutoNum type="arabicPeriod"/>
            </a:pPr>
            <a:r>
              <a:rPr lang="en-US" sz="2000">
                <a:solidFill>
                  <a:srgbClr val="7030A0"/>
                </a:solidFill>
              </a:rPr>
              <a:t>Describe the 1</a:t>
            </a:r>
            <a:r>
              <a:rPr baseline="30000" lang="en-US" sz="2000">
                <a:solidFill>
                  <a:srgbClr val="7030A0"/>
                </a:solidFill>
              </a:rPr>
              <a:t>st</a:t>
            </a:r>
            <a:r>
              <a:rPr lang="en-US" sz="2000">
                <a:solidFill>
                  <a:srgbClr val="7030A0"/>
                </a:solidFill>
              </a:rPr>
              <a:t> Law of Thermodynamics </a:t>
            </a:r>
            <a:r>
              <a:rPr i="1" lang="en-US" sz="2000">
                <a:solidFill>
                  <a:srgbClr val="7030A0"/>
                </a:solidFill>
              </a:rPr>
              <a:t>(Law of Conservation of Energy).</a:t>
            </a:r>
            <a:endParaRPr/>
          </a:p>
          <a:p>
            <a:pPr indent="-469900" lvl="0" marL="457200" rtl="0" algn="l">
              <a:spcBef>
                <a:spcPts val="525"/>
              </a:spcBef>
              <a:spcAft>
                <a:spcPts val="0"/>
              </a:spcAft>
              <a:buSzPts val="2000"/>
              <a:buFont typeface="Impact"/>
              <a:buAutoNum type="arabicPeriod"/>
            </a:pPr>
            <a:r>
              <a:rPr lang="en-US" sz="2000">
                <a:solidFill>
                  <a:srgbClr val="7030A0"/>
                </a:solidFill>
              </a:rPr>
              <a:t>Understand how energy can be transferred and/or transformed using simple scenarios.</a:t>
            </a:r>
            <a:endParaRPr sz="2000">
              <a:solidFill>
                <a:srgbClr val="7030A0"/>
              </a:solidFill>
            </a:endParaRPr>
          </a:p>
          <a:p>
            <a:pPr indent="-330200" lvl="0" marL="457200" rtl="0" algn="l">
              <a:lnSpc>
                <a:spcPct val="110000"/>
              </a:lnSpc>
              <a:spcBef>
                <a:spcPts val="525"/>
              </a:spcBef>
              <a:spcAft>
                <a:spcPts val="0"/>
              </a:spcAft>
              <a:buSzPts val="2000"/>
              <a:buFont typeface="Impact"/>
              <a:buNone/>
            </a:pPr>
            <a:r>
              <a:t/>
            </a:r>
            <a:endParaRPr sz="2000">
              <a:solidFill>
                <a:srgbClr val="7030A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
          <p:cNvSpPr txBox="1"/>
          <p:nvPr>
            <p:ph type="title"/>
          </p:nvPr>
        </p:nvSpPr>
        <p:spPr>
          <a:xfrm>
            <a:off x="2432197" y="805417"/>
            <a:ext cx="6140303" cy="304847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2"/>
              </a:buClr>
              <a:buSzPts val="6300"/>
              <a:buFont typeface="Impact"/>
              <a:buNone/>
            </a:pPr>
            <a:r>
              <a:rPr lang="en-US"/>
              <a:t>WHAT IS ENERGY?</a:t>
            </a:r>
            <a:endParaRPr/>
          </a:p>
        </p:txBody>
      </p:sp>
      <p:sp>
        <p:nvSpPr>
          <p:cNvPr id="134" name="Google Shape;134;p3"/>
          <p:cNvSpPr txBox="1"/>
          <p:nvPr>
            <p:ph idx="1" type="body"/>
          </p:nvPr>
        </p:nvSpPr>
        <p:spPr>
          <a:xfrm>
            <a:off x="2432198" y="3869836"/>
            <a:ext cx="5263116" cy="71335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5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4"/>
          <p:cNvSpPr txBox="1"/>
          <p:nvPr>
            <p:ph type="title"/>
          </p:nvPr>
        </p:nvSpPr>
        <p:spPr>
          <a:xfrm>
            <a:off x="938758" y="286789"/>
            <a:ext cx="4471442" cy="596893"/>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98696"/>
              <a:buFont typeface="Impact"/>
              <a:buNone/>
            </a:pPr>
            <a:r>
              <a:rPr lang="en-US"/>
              <a:t>DEFINITION OF ENERGY</a:t>
            </a:r>
            <a:endParaRPr/>
          </a:p>
        </p:txBody>
      </p:sp>
      <p:sp>
        <p:nvSpPr>
          <p:cNvPr id="140" name="Google Shape;140;p4"/>
          <p:cNvSpPr txBox="1"/>
          <p:nvPr>
            <p:ph idx="1" type="body"/>
          </p:nvPr>
        </p:nvSpPr>
        <p:spPr>
          <a:xfrm>
            <a:off x="838200" y="3714750"/>
            <a:ext cx="7633742" cy="1162049"/>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000"/>
              <a:buNone/>
            </a:pPr>
            <a:r>
              <a:rPr b="1" lang="en-US" sz="2000" u="sng">
                <a:solidFill>
                  <a:srgbClr val="002060"/>
                </a:solidFill>
              </a:rPr>
              <a:t>Energy</a:t>
            </a:r>
            <a:r>
              <a:rPr b="1" lang="en-US" sz="2000">
                <a:solidFill>
                  <a:srgbClr val="002060"/>
                </a:solidFill>
              </a:rPr>
              <a:t> is defined as the capacity to do work. </a:t>
            </a:r>
            <a:r>
              <a:rPr b="1" lang="en-US" sz="2000" u="sng">
                <a:solidFill>
                  <a:srgbClr val="00B0F0"/>
                </a:solidFill>
              </a:rPr>
              <a:t>Work</a:t>
            </a:r>
            <a:r>
              <a:rPr b="1" lang="en-US" sz="2000">
                <a:solidFill>
                  <a:srgbClr val="00B0F0"/>
                </a:solidFill>
              </a:rPr>
              <a:t> involves applying a </a:t>
            </a:r>
            <a:r>
              <a:rPr b="1" lang="en-US" sz="2000" u="sng">
                <a:solidFill>
                  <a:srgbClr val="00B0F0"/>
                </a:solidFill>
              </a:rPr>
              <a:t>force</a:t>
            </a:r>
            <a:r>
              <a:rPr b="1" lang="en-US" sz="2000">
                <a:solidFill>
                  <a:srgbClr val="00B0F0"/>
                </a:solidFill>
              </a:rPr>
              <a:t> on an object that causes movement across a distance. </a:t>
            </a:r>
            <a:r>
              <a:rPr b="1" lang="en-US" sz="2000">
                <a:solidFill>
                  <a:srgbClr val="00B050"/>
                </a:solidFill>
              </a:rPr>
              <a:t>Energy is measured in units called </a:t>
            </a:r>
            <a:r>
              <a:rPr b="1" lang="en-US" sz="2000" u="sng">
                <a:solidFill>
                  <a:srgbClr val="00B050"/>
                </a:solidFill>
              </a:rPr>
              <a:t>joules (J)</a:t>
            </a:r>
            <a:r>
              <a:rPr b="1" lang="en-US" sz="2000">
                <a:solidFill>
                  <a:srgbClr val="00B050"/>
                </a:solidFill>
              </a:rPr>
              <a:t>. </a:t>
            </a:r>
            <a:endParaRPr b="1" sz="2000">
              <a:solidFill>
                <a:srgbClr val="00B050"/>
              </a:solidFill>
            </a:endParaRPr>
          </a:p>
        </p:txBody>
      </p:sp>
      <p:sp>
        <p:nvSpPr>
          <p:cNvPr id="141" name="Google Shape;141;p4"/>
          <p:cNvSpPr txBox="1"/>
          <p:nvPr/>
        </p:nvSpPr>
        <p:spPr>
          <a:xfrm>
            <a:off x="3262069" y="2123288"/>
            <a:ext cx="201830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Energy is defined as</a:t>
            </a:r>
            <a:endParaRPr b="0" i="0" sz="1800" u="none" cap="none" strike="noStrike">
              <a:solidFill>
                <a:schemeClr val="dk1"/>
              </a:solidFill>
              <a:latin typeface="Gill Sans"/>
              <a:ea typeface="Gill Sans"/>
              <a:cs typeface="Gill Sans"/>
              <a:sym typeface="Gill Sans"/>
            </a:endParaRPr>
          </a:p>
        </p:txBody>
      </p:sp>
      <p:sp>
        <p:nvSpPr>
          <p:cNvPr id="142" name="Google Shape;142;p4"/>
          <p:cNvSpPr txBox="1"/>
          <p:nvPr/>
        </p:nvSpPr>
        <p:spPr>
          <a:xfrm>
            <a:off x="1390374" y="2895866"/>
            <a:ext cx="12917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the capacity</a:t>
            </a:r>
            <a:endParaRPr b="0" i="0" sz="1800" u="none" cap="none" strike="noStrike">
              <a:solidFill>
                <a:schemeClr val="dk1"/>
              </a:solidFill>
              <a:latin typeface="Gill Sans"/>
              <a:ea typeface="Gill Sans"/>
              <a:cs typeface="Gill Sans"/>
              <a:sym typeface="Gill Sans"/>
            </a:endParaRPr>
          </a:p>
        </p:txBody>
      </p:sp>
      <p:sp>
        <p:nvSpPr>
          <p:cNvPr id="143" name="Google Shape;143;p4"/>
          <p:cNvSpPr txBox="1"/>
          <p:nvPr/>
        </p:nvSpPr>
        <p:spPr>
          <a:xfrm>
            <a:off x="6247923" y="1523600"/>
            <a:ext cx="1558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to do work. </a:t>
            </a:r>
            <a:endParaRPr b="0" i="0" sz="1800" u="none" cap="none" strike="noStrike">
              <a:solidFill>
                <a:schemeClr val="dk1"/>
              </a:solidFill>
              <a:latin typeface="Gill Sans"/>
              <a:ea typeface="Gill Sans"/>
              <a:cs typeface="Gill Sans"/>
              <a:sym typeface="Gill Sans"/>
            </a:endParaRPr>
          </a:p>
        </p:txBody>
      </p:sp>
      <p:sp>
        <p:nvSpPr>
          <p:cNvPr id="144" name="Google Shape;144;p4"/>
          <p:cNvSpPr txBox="1"/>
          <p:nvPr/>
        </p:nvSpPr>
        <p:spPr>
          <a:xfrm>
            <a:off x="3308408" y="1042399"/>
            <a:ext cx="24967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Work involves applying a</a:t>
            </a:r>
            <a:endParaRPr b="0" i="0" sz="1800" u="none" cap="none" strike="noStrike">
              <a:solidFill>
                <a:schemeClr val="dk1"/>
              </a:solidFill>
              <a:latin typeface="Gill Sans"/>
              <a:ea typeface="Gill Sans"/>
              <a:cs typeface="Gill Sans"/>
              <a:sym typeface="Gill Sans"/>
            </a:endParaRPr>
          </a:p>
        </p:txBody>
      </p:sp>
      <p:sp>
        <p:nvSpPr>
          <p:cNvPr id="145" name="Google Shape;145;p4"/>
          <p:cNvSpPr txBox="1"/>
          <p:nvPr/>
        </p:nvSpPr>
        <p:spPr>
          <a:xfrm>
            <a:off x="5791200" y="2343150"/>
            <a:ext cx="124745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force on an</a:t>
            </a:r>
            <a:endParaRPr b="0" i="0" sz="1800" u="none" cap="none" strike="noStrike">
              <a:solidFill>
                <a:schemeClr val="dk1"/>
              </a:solidFill>
              <a:latin typeface="Gill Sans"/>
              <a:ea typeface="Gill Sans"/>
              <a:cs typeface="Gill Sans"/>
              <a:sym typeface="Gill Sans"/>
            </a:endParaRPr>
          </a:p>
        </p:txBody>
      </p:sp>
      <p:sp>
        <p:nvSpPr>
          <p:cNvPr id="146" name="Google Shape;146;p4"/>
          <p:cNvSpPr txBox="1"/>
          <p:nvPr/>
        </p:nvSpPr>
        <p:spPr>
          <a:xfrm>
            <a:off x="973013" y="1365749"/>
            <a:ext cx="186301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object that causes</a:t>
            </a:r>
            <a:endParaRPr b="0" i="0" sz="1800" u="none" cap="none" strike="noStrike">
              <a:solidFill>
                <a:schemeClr val="dk1"/>
              </a:solidFill>
              <a:latin typeface="Gill Sans"/>
              <a:ea typeface="Gill Sans"/>
              <a:cs typeface="Gill Sans"/>
              <a:sym typeface="Gill Sans"/>
            </a:endParaRPr>
          </a:p>
        </p:txBody>
      </p:sp>
      <p:sp>
        <p:nvSpPr>
          <p:cNvPr id="147" name="Google Shape;147;p4"/>
          <p:cNvSpPr txBox="1"/>
          <p:nvPr/>
        </p:nvSpPr>
        <p:spPr>
          <a:xfrm>
            <a:off x="6404400" y="966764"/>
            <a:ext cx="198823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movement across a</a:t>
            </a:r>
            <a:endParaRPr b="0" i="0" sz="1800" u="none" cap="none" strike="noStrike">
              <a:solidFill>
                <a:schemeClr val="dk1"/>
              </a:solidFill>
              <a:latin typeface="Gill Sans"/>
              <a:ea typeface="Gill Sans"/>
              <a:cs typeface="Gill Sans"/>
              <a:sym typeface="Gill Sans"/>
            </a:endParaRPr>
          </a:p>
        </p:txBody>
      </p:sp>
      <p:sp>
        <p:nvSpPr>
          <p:cNvPr id="148" name="Google Shape;148;p4"/>
          <p:cNvSpPr txBox="1"/>
          <p:nvPr/>
        </p:nvSpPr>
        <p:spPr>
          <a:xfrm>
            <a:off x="3566904" y="3017482"/>
            <a:ext cx="284802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distance. Energy is measured</a:t>
            </a:r>
            <a:endParaRPr b="0" i="0" sz="1800" u="none" cap="none" strike="noStrike">
              <a:solidFill>
                <a:schemeClr val="dk1"/>
              </a:solidFill>
              <a:latin typeface="Gill Sans"/>
              <a:ea typeface="Gill Sans"/>
              <a:cs typeface="Gill Sans"/>
              <a:sym typeface="Gill Sans"/>
            </a:endParaRPr>
          </a:p>
        </p:txBody>
      </p:sp>
      <p:sp>
        <p:nvSpPr>
          <p:cNvPr id="149" name="Google Shape;149;p4"/>
          <p:cNvSpPr txBox="1"/>
          <p:nvPr/>
        </p:nvSpPr>
        <p:spPr>
          <a:xfrm>
            <a:off x="1295400" y="2184633"/>
            <a:ext cx="14558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in units called</a:t>
            </a:r>
            <a:endParaRPr b="0" i="0" sz="1800" u="none" cap="none" strike="noStrike">
              <a:solidFill>
                <a:schemeClr val="dk1"/>
              </a:solidFill>
              <a:latin typeface="Gill Sans"/>
              <a:ea typeface="Gill Sans"/>
              <a:cs typeface="Gill Sans"/>
              <a:sym typeface="Gill Sans"/>
            </a:endParaRPr>
          </a:p>
        </p:txBody>
      </p:sp>
      <p:sp>
        <p:nvSpPr>
          <p:cNvPr id="150" name="Google Shape;150;p4"/>
          <p:cNvSpPr txBox="1"/>
          <p:nvPr/>
        </p:nvSpPr>
        <p:spPr>
          <a:xfrm>
            <a:off x="7635034" y="2136812"/>
            <a:ext cx="105189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joules (J).</a:t>
            </a:r>
            <a:endParaRPr b="0" i="0" sz="1800" u="none" cap="none" strike="noStrike">
              <a:solidFill>
                <a:schemeClr val="dk1"/>
              </a:solidFill>
              <a:latin typeface="Gill Sans"/>
              <a:ea typeface="Gill Sans"/>
              <a:cs typeface="Gill Sans"/>
              <a:sym typeface="Gill Sans"/>
            </a:endParaRPr>
          </a:p>
        </p:txBody>
      </p:sp>
      <p:sp>
        <p:nvSpPr>
          <p:cNvPr id="151" name="Google Shape;151;p4"/>
          <p:cNvSpPr txBox="1"/>
          <p:nvPr/>
        </p:nvSpPr>
        <p:spPr>
          <a:xfrm>
            <a:off x="5308617" y="332360"/>
            <a:ext cx="26670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2"/>
                </a:solidFill>
                <a:latin typeface="Impact"/>
                <a:ea typeface="Impact"/>
                <a:cs typeface="Impact"/>
                <a:sym typeface="Impact"/>
              </a:rPr>
              <a:t>( in 3 sentences )</a:t>
            </a:r>
            <a:endParaRPr b="1" i="0" sz="2400" u="none" cap="none" strike="noStrike">
              <a:solidFill>
                <a:schemeClr val="dk2"/>
              </a:solidFill>
              <a:latin typeface="Impact"/>
              <a:ea typeface="Impact"/>
              <a:cs typeface="Impact"/>
              <a:sym typeface="Impac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5"/>
          <p:cNvSpPr txBox="1"/>
          <p:nvPr>
            <p:ph type="title"/>
          </p:nvPr>
        </p:nvSpPr>
        <p:spPr>
          <a:xfrm>
            <a:off x="938758" y="286789"/>
            <a:ext cx="7633742" cy="111909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800"/>
              <a:buFont typeface="Impact"/>
              <a:buNone/>
            </a:pPr>
            <a:r>
              <a:rPr lang="en-US"/>
              <a:t>ENERGY</a:t>
            </a:r>
            <a:endParaRPr/>
          </a:p>
        </p:txBody>
      </p:sp>
      <p:sp>
        <p:nvSpPr>
          <p:cNvPr id="157" name="Google Shape;157;p5"/>
          <p:cNvSpPr txBox="1"/>
          <p:nvPr>
            <p:ph idx="1" type="body"/>
          </p:nvPr>
        </p:nvSpPr>
        <p:spPr>
          <a:xfrm>
            <a:off x="938758" y="846338"/>
            <a:ext cx="5766842" cy="41148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SzPts val="2000"/>
              <a:buNone/>
            </a:pPr>
            <a:r>
              <a:rPr lang="en-US" sz="2000"/>
              <a:t>Name 10 things or actions which require energy…</a:t>
            </a:r>
            <a:endParaRPr/>
          </a:p>
          <a:p>
            <a:pPr indent="0" lvl="0" marL="0" rtl="0" algn="l">
              <a:lnSpc>
                <a:spcPct val="110000"/>
              </a:lnSpc>
              <a:spcBef>
                <a:spcPts val="525"/>
              </a:spcBef>
              <a:spcAft>
                <a:spcPts val="0"/>
              </a:spcAft>
              <a:buSzPts val="2000"/>
              <a:buNone/>
            </a:pPr>
            <a:r>
              <a:t/>
            </a:r>
            <a:endParaRPr sz="2000"/>
          </a:p>
          <a:p>
            <a:pPr indent="0" lvl="0" marL="0" rtl="0" algn="l">
              <a:lnSpc>
                <a:spcPct val="110000"/>
              </a:lnSpc>
              <a:spcBef>
                <a:spcPts val="525"/>
              </a:spcBef>
              <a:spcAft>
                <a:spcPts val="0"/>
              </a:spcAft>
              <a:buSzPts val="2000"/>
              <a:buNone/>
            </a:pPr>
            <a:r>
              <a:rPr b="1" lang="en-US" sz="2000">
                <a:solidFill>
                  <a:srgbClr val="0070C0"/>
                </a:solidFill>
              </a:rPr>
              <a:t>Running</a:t>
            </a:r>
            <a:endParaRPr/>
          </a:p>
          <a:p>
            <a:pPr indent="0" lvl="0" marL="0" rtl="0" algn="l">
              <a:lnSpc>
                <a:spcPct val="110000"/>
              </a:lnSpc>
              <a:spcBef>
                <a:spcPts val="525"/>
              </a:spcBef>
              <a:spcAft>
                <a:spcPts val="0"/>
              </a:spcAft>
              <a:buSzPts val="2000"/>
              <a:buNone/>
            </a:pPr>
            <a:r>
              <a:rPr b="1" lang="en-US" sz="2000">
                <a:solidFill>
                  <a:srgbClr val="0070C0"/>
                </a:solidFill>
              </a:rPr>
              <a:t>Eating</a:t>
            </a:r>
            <a:endParaRPr/>
          </a:p>
          <a:p>
            <a:pPr indent="0" lvl="0" marL="0" rtl="0" algn="l">
              <a:lnSpc>
                <a:spcPct val="110000"/>
              </a:lnSpc>
              <a:spcBef>
                <a:spcPts val="525"/>
              </a:spcBef>
              <a:spcAft>
                <a:spcPts val="0"/>
              </a:spcAft>
              <a:buSzPts val="2000"/>
              <a:buNone/>
            </a:pPr>
            <a:r>
              <a:rPr b="1" lang="en-US" sz="2000">
                <a:solidFill>
                  <a:srgbClr val="0070C0"/>
                </a:solidFill>
              </a:rPr>
              <a:t>Lights </a:t>
            </a:r>
            <a:endParaRPr/>
          </a:p>
          <a:p>
            <a:pPr indent="0" lvl="0" marL="0" rtl="0" algn="l">
              <a:lnSpc>
                <a:spcPct val="110000"/>
              </a:lnSpc>
              <a:spcBef>
                <a:spcPts val="525"/>
              </a:spcBef>
              <a:spcAft>
                <a:spcPts val="0"/>
              </a:spcAft>
              <a:buSzPts val="2000"/>
              <a:buNone/>
            </a:pPr>
            <a:r>
              <a:rPr b="1" lang="en-US" sz="2000">
                <a:solidFill>
                  <a:srgbClr val="0070C0"/>
                </a:solidFill>
              </a:rPr>
              <a:t>Studying</a:t>
            </a:r>
            <a:endParaRPr/>
          </a:p>
          <a:p>
            <a:pPr indent="0" lvl="0" marL="0" rtl="0" algn="l">
              <a:lnSpc>
                <a:spcPct val="110000"/>
              </a:lnSpc>
              <a:spcBef>
                <a:spcPts val="525"/>
              </a:spcBef>
              <a:spcAft>
                <a:spcPts val="0"/>
              </a:spcAft>
              <a:buSzPts val="2000"/>
              <a:buNone/>
            </a:pPr>
            <a:r>
              <a:rPr b="1" lang="en-US" sz="2000">
                <a:solidFill>
                  <a:srgbClr val="0070C0"/>
                </a:solidFill>
              </a:rPr>
              <a:t>Cars</a:t>
            </a:r>
            <a:endParaRPr/>
          </a:p>
          <a:p>
            <a:pPr indent="0" lvl="0" marL="0" rtl="0" algn="l">
              <a:lnSpc>
                <a:spcPct val="110000"/>
              </a:lnSpc>
              <a:spcBef>
                <a:spcPts val="525"/>
              </a:spcBef>
              <a:spcAft>
                <a:spcPts val="0"/>
              </a:spcAft>
              <a:buSzPts val="2000"/>
              <a:buNone/>
            </a:pPr>
            <a:r>
              <a:rPr b="1" lang="en-US" sz="2000">
                <a:solidFill>
                  <a:srgbClr val="0070C0"/>
                </a:solidFill>
              </a:rPr>
              <a:t>Buses</a:t>
            </a:r>
            <a:endParaRPr/>
          </a:p>
          <a:p>
            <a:pPr indent="0" lvl="0" marL="0" rtl="0" algn="l">
              <a:lnSpc>
                <a:spcPct val="110000"/>
              </a:lnSpc>
              <a:spcBef>
                <a:spcPts val="525"/>
              </a:spcBef>
              <a:spcAft>
                <a:spcPts val="0"/>
              </a:spcAft>
              <a:buSzPts val="2000"/>
              <a:buNone/>
            </a:pPr>
            <a:r>
              <a:rPr b="1" lang="en-US" sz="2000">
                <a:solidFill>
                  <a:srgbClr val="0070C0"/>
                </a:solidFill>
              </a:rPr>
              <a:t>iPhones</a:t>
            </a:r>
            <a:endParaRPr/>
          </a:p>
          <a:p>
            <a:pPr indent="0" lvl="0" marL="0" rtl="0" algn="l">
              <a:lnSpc>
                <a:spcPct val="110000"/>
              </a:lnSpc>
              <a:spcBef>
                <a:spcPts val="525"/>
              </a:spcBef>
              <a:spcAft>
                <a:spcPts val="0"/>
              </a:spcAft>
              <a:buSzPts val="2000"/>
              <a:buNone/>
            </a:pPr>
            <a:r>
              <a:rPr b="1" lang="en-US" sz="2000">
                <a:solidFill>
                  <a:srgbClr val="0070C0"/>
                </a:solidFill>
              </a:rPr>
              <a:t>Etc!</a:t>
            </a:r>
            <a:endParaRPr b="1" sz="2000">
              <a:solidFill>
                <a:srgbClr val="0070C0"/>
              </a:solidFill>
            </a:endParaRPr>
          </a:p>
        </p:txBody>
      </p:sp>
      <p:pic>
        <p:nvPicPr>
          <p:cNvPr id="158" name="Google Shape;158;p5"/>
          <p:cNvPicPr preferRelativeResize="0"/>
          <p:nvPr/>
        </p:nvPicPr>
        <p:blipFill rotWithShape="1">
          <a:blip r:embed="rId3">
            <a:alphaModFix/>
          </a:blip>
          <a:srcRect b="0" l="0" r="0" t="0"/>
          <a:stretch/>
        </p:blipFill>
        <p:spPr>
          <a:xfrm>
            <a:off x="2666999" y="1348806"/>
            <a:ext cx="5907727" cy="328034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9b1c39d1f6_0_0"/>
          <p:cNvSpPr txBox="1"/>
          <p:nvPr>
            <p:ph type="title"/>
          </p:nvPr>
        </p:nvSpPr>
        <p:spPr>
          <a:xfrm>
            <a:off x="938758" y="286789"/>
            <a:ext cx="7633800" cy="1119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800"/>
              <a:buFont typeface="Impact"/>
              <a:buNone/>
            </a:pPr>
            <a:r>
              <a:rPr lang="en-US"/>
              <a:t>FORMS OF ENERGY</a:t>
            </a:r>
            <a:endParaRPr/>
          </a:p>
        </p:txBody>
      </p:sp>
      <p:sp>
        <p:nvSpPr>
          <p:cNvPr id="164" name="Google Shape;164;g39b1c39d1f6_0_0"/>
          <p:cNvSpPr txBox="1"/>
          <p:nvPr>
            <p:ph idx="1" type="body"/>
          </p:nvPr>
        </p:nvSpPr>
        <p:spPr>
          <a:xfrm>
            <a:off x="938758" y="1047750"/>
            <a:ext cx="7748100" cy="38100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0000"/>
              </a:lnSpc>
              <a:spcBef>
                <a:spcPts val="0"/>
              </a:spcBef>
              <a:spcAft>
                <a:spcPts val="0"/>
              </a:spcAft>
              <a:buSzPts val="1500"/>
              <a:buNone/>
            </a:pPr>
            <a:r>
              <a:t/>
            </a:r>
            <a:endParaRPr/>
          </a:p>
          <a:p>
            <a:pPr indent="0" lvl="0" marL="0" rtl="0" algn="l">
              <a:lnSpc>
                <a:spcPct val="110000"/>
              </a:lnSpc>
              <a:spcBef>
                <a:spcPts val="525"/>
              </a:spcBef>
              <a:spcAft>
                <a:spcPts val="0"/>
              </a:spcAft>
              <a:buSzPts val="2200"/>
              <a:buNone/>
            </a:pPr>
            <a:r>
              <a:rPr lang="en-US" sz="2200"/>
              <a:t>There are five energy forms missing…</a:t>
            </a:r>
            <a:endParaRPr/>
          </a:p>
          <a:p>
            <a:pPr indent="0" lvl="0" marL="0" rtl="0" algn="l">
              <a:lnSpc>
                <a:spcPct val="110000"/>
              </a:lnSpc>
              <a:spcBef>
                <a:spcPts val="525"/>
              </a:spcBef>
              <a:spcAft>
                <a:spcPts val="0"/>
              </a:spcAft>
              <a:buSzPts val="2200"/>
              <a:buNone/>
            </a:pPr>
            <a:r>
              <a:rPr lang="en-US" sz="2200"/>
              <a:t>Can you remember any of these?  Tell your group.</a:t>
            </a:r>
            <a:endParaRPr/>
          </a:p>
          <a:p>
            <a:pPr indent="0" lvl="0" marL="0" rtl="0" algn="l">
              <a:lnSpc>
                <a:spcPct val="110000"/>
              </a:lnSpc>
              <a:spcBef>
                <a:spcPts val="525"/>
              </a:spcBef>
              <a:spcAft>
                <a:spcPts val="0"/>
              </a:spcAft>
              <a:buSzPts val="2200"/>
              <a:buNone/>
            </a:pPr>
            <a:r>
              <a:rPr lang="en-US" sz="2200"/>
              <a:t>(2 minutes)</a:t>
            </a:r>
            <a:endParaRPr/>
          </a:p>
          <a:p>
            <a:pPr indent="0" lvl="0" marL="0" rtl="0" algn="l">
              <a:lnSpc>
                <a:spcPct val="110000"/>
              </a:lnSpc>
              <a:spcBef>
                <a:spcPts val="525"/>
              </a:spcBef>
              <a:spcAft>
                <a:spcPts val="0"/>
              </a:spcAft>
              <a:buSzPts val="2200"/>
              <a:buNone/>
            </a:pPr>
            <a:r>
              <a:t/>
            </a:r>
            <a:endParaRPr sz="2200"/>
          </a:p>
          <a:p>
            <a:pPr indent="0" lvl="0" marL="0" rtl="0" algn="l">
              <a:lnSpc>
                <a:spcPct val="110000"/>
              </a:lnSpc>
              <a:spcBef>
                <a:spcPts val="525"/>
              </a:spcBef>
              <a:spcAft>
                <a:spcPts val="0"/>
              </a:spcAft>
              <a:buSzPts val="2200"/>
              <a:buNone/>
            </a:pPr>
            <a:r>
              <a:rPr b="1" lang="en-US" sz="2200"/>
              <a:t>NUCLEAR</a:t>
            </a:r>
            <a:endParaRPr/>
          </a:p>
          <a:p>
            <a:pPr indent="0" lvl="0" marL="0" rtl="0" algn="l">
              <a:lnSpc>
                <a:spcPct val="110000"/>
              </a:lnSpc>
              <a:spcBef>
                <a:spcPts val="525"/>
              </a:spcBef>
              <a:spcAft>
                <a:spcPts val="0"/>
              </a:spcAft>
              <a:buSzPts val="2200"/>
              <a:buNone/>
            </a:pPr>
            <a:r>
              <a:rPr b="1" lang="en-US" sz="2200"/>
              <a:t>HEAT/thermal </a:t>
            </a:r>
            <a:endParaRPr/>
          </a:p>
          <a:p>
            <a:pPr indent="0" lvl="0" marL="0" rtl="0" algn="l">
              <a:lnSpc>
                <a:spcPct val="110000"/>
              </a:lnSpc>
              <a:spcBef>
                <a:spcPts val="525"/>
              </a:spcBef>
              <a:spcAft>
                <a:spcPts val="0"/>
              </a:spcAft>
              <a:buSzPts val="2200"/>
              <a:buNone/>
            </a:pPr>
            <a:r>
              <a:rPr b="1" lang="en-US" sz="2200"/>
              <a:t>CHEMICAL</a:t>
            </a:r>
            <a:endParaRPr/>
          </a:p>
          <a:p>
            <a:pPr indent="0" lvl="0" marL="0" rtl="0" algn="l">
              <a:lnSpc>
                <a:spcPct val="110000"/>
              </a:lnSpc>
              <a:spcBef>
                <a:spcPts val="525"/>
              </a:spcBef>
              <a:spcAft>
                <a:spcPts val="0"/>
              </a:spcAft>
              <a:buSzPts val="2200"/>
              <a:buNone/>
            </a:pPr>
            <a:r>
              <a:rPr b="1" lang="en-US" sz="2200"/>
              <a:t>SOUND/acoustic</a:t>
            </a:r>
            <a:endParaRPr/>
          </a:p>
          <a:p>
            <a:pPr indent="0" lvl="0" marL="0" rtl="0" algn="l">
              <a:lnSpc>
                <a:spcPct val="110000"/>
              </a:lnSpc>
              <a:spcBef>
                <a:spcPts val="525"/>
              </a:spcBef>
              <a:spcAft>
                <a:spcPts val="0"/>
              </a:spcAft>
              <a:buSzPts val="2200"/>
              <a:buNone/>
            </a:pPr>
            <a:r>
              <a:rPr b="1" lang="en-US" sz="2200"/>
              <a:t>GRAVITATIONAL POTENTIAL (or stored gravitational)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6"/>
          <p:cNvSpPr txBox="1"/>
          <p:nvPr>
            <p:ph type="title"/>
          </p:nvPr>
        </p:nvSpPr>
        <p:spPr>
          <a:xfrm>
            <a:off x="938758" y="286789"/>
            <a:ext cx="7633800" cy="1119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800"/>
              <a:buFont typeface="Impact"/>
              <a:buNone/>
            </a:pPr>
            <a:r>
              <a:rPr lang="en-US"/>
              <a:t>FORMS OF ENERGY</a:t>
            </a:r>
            <a:endParaRPr/>
          </a:p>
        </p:txBody>
      </p:sp>
      <p:sp>
        <p:nvSpPr>
          <p:cNvPr id="170" name="Google Shape;170;p6"/>
          <p:cNvSpPr txBox="1"/>
          <p:nvPr>
            <p:ph idx="1" type="body"/>
          </p:nvPr>
        </p:nvSpPr>
        <p:spPr>
          <a:xfrm>
            <a:off x="938758" y="1714501"/>
            <a:ext cx="7633800" cy="2695200"/>
          </a:xfrm>
          <a:prstGeom prst="rect">
            <a:avLst/>
          </a:prstGeom>
          <a:noFill/>
          <a:ln>
            <a:noFill/>
          </a:ln>
        </p:spPr>
        <p:txBody>
          <a:bodyPr anchorCtr="0" anchor="t" bIns="45700" lIns="91425" spcFirstLastPara="1" rIns="91425" wrap="square" tIns="45700">
            <a:normAutofit/>
          </a:bodyPr>
          <a:lstStyle/>
          <a:p>
            <a:pPr indent="-171450" lvl="0" marL="171450" rtl="0" algn="l">
              <a:lnSpc>
                <a:spcPct val="110000"/>
              </a:lnSpc>
              <a:spcBef>
                <a:spcPts val="0"/>
              </a:spcBef>
              <a:spcAft>
                <a:spcPts val="0"/>
              </a:spcAft>
              <a:buSzPts val="2000"/>
              <a:buChar char="•"/>
            </a:pPr>
            <a:r>
              <a:rPr lang="en-US" sz="2000"/>
              <a:t>For the next slide images, write definitions for the forms of energy in your WBs</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7"/>
          <p:cNvSpPr txBox="1"/>
          <p:nvPr>
            <p:ph idx="1" type="body"/>
          </p:nvPr>
        </p:nvSpPr>
        <p:spPr>
          <a:xfrm>
            <a:off x="609600" y="666750"/>
            <a:ext cx="3505200" cy="35814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800"/>
              <a:buNone/>
            </a:pPr>
            <a:r>
              <a:rPr b="1" lang="en-US" sz="2800">
                <a:solidFill>
                  <a:srgbClr val="002060"/>
                </a:solidFill>
              </a:rPr>
              <a:t>KINETIC ENERGY</a:t>
            </a:r>
            <a:endParaRPr/>
          </a:p>
          <a:p>
            <a:pPr indent="0" lvl="0" marL="0" rtl="0" algn="l">
              <a:lnSpc>
                <a:spcPct val="110000"/>
              </a:lnSpc>
              <a:spcBef>
                <a:spcPts val="525"/>
              </a:spcBef>
              <a:spcAft>
                <a:spcPts val="0"/>
              </a:spcAft>
              <a:buSzPts val="2800"/>
              <a:buNone/>
            </a:pPr>
            <a:r>
              <a:t/>
            </a:r>
            <a:endParaRPr b="1" sz="2800"/>
          </a:p>
          <a:p>
            <a:pPr indent="0" lvl="0" marL="0" rtl="0" algn="l">
              <a:lnSpc>
                <a:spcPct val="110000"/>
              </a:lnSpc>
              <a:spcBef>
                <a:spcPts val="525"/>
              </a:spcBef>
              <a:spcAft>
                <a:spcPts val="0"/>
              </a:spcAft>
              <a:buSzPts val="2000"/>
              <a:buNone/>
            </a:pPr>
            <a:r>
              <a:rPr lang="en-US" sz="2000"/>
              <a:t>The energy of movement.</a:t>
            </a:r>
            <a:endParaRPr/>
          </a:p>
          <a:p>
            <a:pPr indent="0" lvl="0" marL="0" rtl="0" algn="l">
              <a:lnSpc>
                <a:spcPct val="110000"/>
              </a:lnSpc>
              <a:spcBef>
                <a:spcPts val="525"/>
              </a:spcBef>
              <a:spcAft>
                <a:spcPts val="0"/>
              </a:spcAft>
              <a:buSzPts val="2000"/>
              <a:buNone/>
            </a:pPr>
            <a:r>
              <a:rPr lang="en-US" sz="2000"/>
              <a:t>E</a:t>
            </a:r>
            <a:r>
              <a:rPr baseline="-25000" lang="en-US" sz="2000"/>
              <a:t>k</a:t>
            </a:r>
            <a:r>
              <a:rPr lang="en-US" sz="2000"/>
              <a:t> = ½ x mass x velocity</a:t>
            </a:r>
            <a:r>
              <a:rPr baseline="30000" lang="en-US" sz="2000"/>
              <a:t>2</a:t>
            </a:r>
            <a:endParaRPr/>
          </a:p>
          <a:p>
            <a:pPr indent="0" lvl="0" marL="0" rtl="0" algn="l">
              <a:lnSpc>
                <a:spcPct val="110000"/>
              </a:lnSpc>
              <a:spcBef>
                <a:spcPts val="525"/>
              </a:spcBef>
              <a:spcAft>
                <a:spcPts val="0"/>
              </a:spcAft>
              <a:buSzPts val="2000"/>
              <a:buNone/>
            </a:pPr>
            <a:r>
              <a:t/>
            </a:r>
            <a:endParaRPr sz="2000"/>
          </a:p>
          <a:p>
            <a:pPr indent="0" lvl="0" marL="0" rtl="0" algn="l">
              <a:lnSpc>
                <a:spcPct val="110000"/>
              </a:lnSpc>
              <a:spcBef>
                <a:spcPts val="525"/>
              </a:spcBef>
              <a:spcAft>
                <a:spcPts val="0"/>
              </a:spcAft>
              <a:buSzPts val="2000"/>
              <a:buNone/>
            </a:pPr>
            <a:r>
              <a:rPr b="1" lang="en-US" sz="2000">
                <a:solidFill>
                  <a:schemeClr val="dk1"/>
                </a:solidFill>
              </a:rPr>
              <a:t>E</a:t>
            </a:r>
            <a:r>
              <a:rPr b="1" baseline="-25000" lang="en-US" sz="2000">
                <a:solidFill>
                  <a:schemeClr val="dk1"/>
                </a:solidFill>
              </a:rPr>
              <a:t>k</a:t>
            </a:r>
            <a:r>
              <a:rPr b="1" lang="en-US" sz="2000">
                <a:solidFill>
                  <a:schemeClr val="dk1"/>
                </a:solidFill>
              </a:rPr>
              <a:t> = ½ mv</a:t>
            </a:r>
            <a:r>
              <a:rPr b="1" baseline="30000" lang="en-US" sz="2000">
                <a:solidFill>
                  <a:schemeClr val="dk1"/>
                </a:solidFill>
              </a:rPr>
              <a:t>2</a:t>
            </a:r>
            <a:endParaRPr b="1" baseline="30000" sz="2000">
              <a:solidFill>
                <a:schemeClr val="dk1"/>
              </a:solidFill>
            </a:endParaRPr>
          </a:p>
        </p:txBody>
      </p:sp>
      <p:pic>
        <p:nvPicPr>
          <p:cNvPr id="176" name="Google Shape;176;p7"/>
          <p:cNvPicPr preferRelativeResize="0"/>
          <p:nvPr/>
        </p:nvPicPr>
        <p:blipFill rotWithShape="1">
          <a:blip r:embed="rId3">
            <a:alphaModFix/>
          </a:blip>
          <a:srcRect b="0" l="0" r="0" t="0"/>
          <a:stretch/>
        </p:blipFill>
        <p:spPr>
          <a:xfrm>
            <a:off x="4419600" y="438150"/>
            <a:ext cx="3536499" cy="4572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8"/>
          <p:cNvSpPr txBox="1"/>
          <p:nvPr>
            <p:ph idx="1" type="body"/>
          </p:nvPr>
        </p:nvSpPr>
        <p:spPr>
          <a:xfrm>
            <a:off x="990600" y="3486150"/>
            <a:ext cx="7924800" cy="16002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800"/>
              <a:buNone/>
            </a:pPr>
            <a:r>
              <a:rPr b="1" lang="en-US" sz="2800">
                <a:solidFill>
                  <a:srgbClr val="002060"/>
                </a:solidFill>
              </a:rPr>
              <a:t>ELECTRICAL ENERGY</a:t>
            </a:r>
            <a:endParaRPr/>
          </a:p>
          <a:p>
            <a:pPr indent="0" lvl="0" marL="0" rtl="0" algn="l">
              <a:lnSpc>
                <a:spcPct val="110000"/>
              </a:lnSpc>
              <a:spcBef>
                <a:spcPts val="525"/>
              </a:spcBef>
              <a:spcAft>
                <a:spcPts val="0"/>
              </a:spcAft>
              <a:buSzPts val="1600"/>
              <a:buNone/>
            </a:pPr>
            <a:r>
              <a:t/>
            </a:r>
            <a:endParaRPr b="1" sz="1600"/>
          </a:p>
          <a:p>
            <a:pPr indent="0" lvl="0" marL="0" rtl="0" algn="l">
              <a:lnSpc>
                <a:spcPct val="110000"/>
              </a:lnSpc>
              <a:spcBef>
                <a:spcPts val="525"/>
              </a:spcBef>
              <a:spcAft>
                <a:spcPts val="0"/>
              </a:spcAft>
              <a:buSzPts val="2000"/>
              <a:buNone/>
            </a:pPr>
            <a:r>
              <a:rPr lang="en-US" sz="2000"/>
              <a:t>The energy of electrons which are flowing.</a:t>
            </a:r>
            <a:endParaRPr sz="2000"/>
          </a:p>
        </p:txBody>
      </p:sp>
      <p:pic>
        <p:nvPicPr>
          <p:cNvPr id="182" name="Google Shape;182;p8"/>
          <p:cNvPicPr preferRelativeResize="0"/>
          <p:nvPr/>
        </p:nvPicPr>
        <p:blipFill rotWithShape="1">
          <a:blip r:embed="rId3">
            <a:alphaModFix/>
          </a:blip>
          <a:srcRect b="0" l="0" r="0" t="0"/>
          <a:stretch/>
        </p:blipFill>
        <p:spPr>
          <a:xfrm>
            <a:off x="2209800" y="57150"/>
            <a:ext cx="4760429" cy="3261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9"/>
          <p:cNvSpPr txBox="1"/>
          <p:nvPr>
            <p:ph idx="1" type="body"/>
          </p:nvPr>
        </p:nvSpPr>
        <p:spPr>
          <a:xfrm>
            <a:off x="1219200" y="3181350"/>
            <a:ext cx="7315200" cy="19050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800"/>
              <a:buNone/>
            </a:pPr>
            <a:r>
              <a:rPr b="1" lang="en-US" sz="2800">
                <a:solidFill>
                  <a:srgbClr val="002060"/>
                </a:solidFill>
              </a:rPr>
              <a:t>ELASTIC POTENTIAL ENERGY </a:t>
            </a:r>
            <a:endParaRPr/>
          </a:p>
          <a:p>
            <a:pPr indent="0" lvl="0" marL="0" rtl="0" algn="l">
              <a:lnSpc>
                <a:spcPct val="110000"/>
              </a:lnSpc>
              <a:spcBef>
                <a:spcPts val="525"/>
              </a:spcBef>
              <a:spcAft>
                <a:spcPts val="0"/>
              </a:spcAft>
              <a:buSzPts val="1600"/>
              <a:buNone/>
            </a:pPr>
            <a:r>
              <a:t/>
            </a:r>
            <a:endParaRPr b="1" sz="1600"/>
          </a:p>
          <a:p>
            <a:pPr indent="0" lvl="0" marL="0" rtl="0" algn="l">
              <a:lnSpc>
                <a:spcPct val="110000"/>
              </a:lnSpc>
              <a:spcBef>
                <a:spcPts val="525"/>
              </a:spcBef>
              <a:spcAft>
                <a:spcPts val="0"/>
              </a:spcAft>
              <a:buSzPts val="2000"/>
              <a:buNone/>
            </a:pPr>
            <a:r>
              <a:rPr lang="en-US" sz="2000"/>
              <a:t>The energy stored in a string and bow which is ready to move </a:t>
            </a:r>
            <a:endParaRPr/>
          </a:p>
          <a:p>
            <a:pPr indent="0" lvl="0" marL="0" rtl="0" algn="l">
              <a:lnSpc>
                <a:spcPct val="110000"/>
              </a:lnSpc>
              <a:spcBef>
                <a:spcPts val="525"/>
              </a:spcBef>
              <a:spcAft>
                <a:spcPts val="0"/>
              </a:spcAft>
              <a:buSzPts val="2000"/>
              <a:buNone/>
            </a:pPr>
            <a:r>
              <a:rPr lang="en-US" sz="2000"/>
              <a:t>(also known as stored elastic energy)</a:t>
            </a:r>
            <a:endParaRPr sz="2000"/>
          </a:p>
        </p:txBody>
      </p:sp>
      <p:pic>
        <p:nvPicPr>
          <p:cNvPr id="188" name="Google Shape;188;p9"/>
          <p:cNvPicPr preferRelativeResize="0"/>
          <p:nvPr/>
        </p:nvPicPr>
        <p:blipFill rotWithShape="1">
          <a:blip r:embed="rId3">
            <a:alphaModFix/>
          </a:blip>
          <a:srcRect b="0" l="0" r="0" t="0"/>
          <a:stretch/>
        </p:blipFill>
        <p:spPr>
          <a:xfrm>
            <a:off x="1524000" y="133350"/>
            <a:ext cx="4648200" cy="305936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0"/>
          <p:cNvSpPr txBox="1"/>
          <p:nvPr>
            <p:ph idx="1" type="body"/>
          </p:nvPr>
        </p:nvSpPr>
        <p:spPr>
          <a:xfrm>
            <a:off x="1143000" y="3181350"/>
            <a:ext cx="7239000" cy="19050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800"/>
              <a:buNone/>
            </a:pPr>
            <a:r>
              <a:rPr b="1" lang="en-US" sz="2800">
                <a:solidFill>
                  <a:srgbClr val="002060"/>
                </a:solidFill>
              </a:rPr>
              <a:t>LIGHT ENERGY </a:t>
            </a:r>
            <a:endParaRPr/>
          </a:p>
          <a:p>
            <a:pPr indent="0" lvl="0" marL="0" rtl="0" algn="l">
              <a:lnSpc>
                <a:spcPct val="110000"/>
              </a:lnSpc>
              <a:spcBef>
                <a:spcPts val="525"/>
              </a:spcBef>
              <a:spcAft>
                <a:spcPts val="0"/>
              </a:spcAft>
              <a:buSzPts val="1600"/>
              <a:buNone/>
            </a:pPr>
            <a:r>
              <a:t/>
            </a:r>
            <a:endParaRPr b="1" sz="1600"/>
          </a:p>
          <a:p>
            <a:pPr indent="0" lvl="0" marL="0" rtl="0" algn="l">
              <a:lnSpc>
                <a:spcPct val="110000"/>
              </a:lnSpc>
              <a:spcBef>
                <a:spcPts val="525"/>
              </a:spcBef>
              <a:spcAft>
                <a:spcPts val="0"/>
              </a:spcAft>
              <a:buSzPts val="2000"/>
              <a:buNone/>
            </a:pPr>
            <a:r>
              <a:rPr lang="en-US" sz="2000"/>
              <a:t>The energy given out by LUMINOUS OBJECTS.</a:t>
            </a:r>
            <a:endParaRPr/>
          </a:p>
          <a:p>
            <a:pPr indent="0" lvl="0" marL="0" rtl="0" algn="l">
              <a:lnSpc>
                <a:spcPct val="110000"/>
              </a:lnSpc>
              <a:spcBef>
                <a:spcPts val="525"/>
              </a:spcBef>
              <a:spcAft>
                <a:spcPts val="0"/>
              </a:spcAft>
              <a:buSzPts val="2000"/>
              <a:buNone/>
            </a:pPr>
            <a:r>
              <a:rPr lang="en-US" sz="2000"/>
              <a:t>e.g. light bulbs, the sun, fire</a:t>
            </a:r>
            <a:endParaRPr sz="2000"/>
          </a:p>
        </p:txBody>
      </p:sp>
      <p:pic>
        <p:nvPicPr>
          <p:cNvPr id="194" name="Google Shape;194;p10"/>
          <p:cNvPicPr preferRelativeResize="0"/>
          <p:nvPr/>
        </p:nvPicPr>
        <p:blipFill rotWithShape="1">
          <a:blip r:embed="rId3">
            <a:alphaModFix/>
          </a:blip>
          <a:srcRect b="0" l="0" r="0" t="0"/>
          <a:stretch/>
        </p:blipFill>
        <p:spPr>
          <a:xfrm>
            <a:off x="1676400" y="107632"/>
            <a:ext cx="4391025" cy="307371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0" name="Shape 200"/>
        <p:cNvGrpSpPr/>
        <p:nvPr/>
      </p:nvGrpSpPr>
      <p:grpSpPr>
        <a:xfrm>
          <a:off x="0" y="0"/>
          <a:ext cx="0" cy="0"/>
          <a:chOff x="0" y="0"/>
          <a:chExt cx="0" cy="0"/>
        </a:xfrm>
      </p:grpSpPr>
      <p:sp>
        <p:nvSpPr>
          <p:cNvPr id="201" name="Google Shape;201;g39b1c39d1f6_0_5"/>
          <p:cNvSpPr txBox="1"/>
          <p:nvPr>
            <p:ph idx="4294967295" type="title"/>
          </p:nvPr>
        </p:nvSpPr>
        <p:spPr>
          <a:xfrm>
            <a:off x="967500" y="40475"/>
            <a:ext cx="6495300" cy="411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B71562"/>
              </a:buClr>
              <a:buSzPts val="2800"/>
              <a:buFont typeface="Arial"/>
              <a:buNone/>
            </a:pPr>
            <a:r>
              <a:rPr b="0" i="0" lang="en-US" sz="2800" u="none" cap="none" strike="noStrike">
                <a:solidFill>
                  <a:srgbClr val="B71562"/>
                </a:solidFill>
                <a:latin typeface="Arial"/>
                <a:ea typeface="Arial"/>
                <a:cs typeface="Arial"/>
                <a:sym typeface="Arial"/>
              </a:rPr>
              <a:t>What is energy?</a:t>
            </a:r>
            <a:endParaRPr/>
          </a:p>
        </p:txBody>
      </p:sp>
      <p:sp>
        <p:nvSpPr>
          <p:cNvPr id="202" name="Google Shape;202;g39b1c39d1f6_0_5"/>
          <p:cNvSpPr txBox="1"/>
          <p:nvPr/>
        </p:nvSpPr>
        <p:spPr>
          <a:xfrm>
            <a:off x="967500" y="452375"/>
            <a:ext cx="7717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71562"/>
              </a:buClr>
              <a:buSzPts val="2400"/>
              <a:buFont typeface="Arial"/>
              <a:buNone/>
            </a:pPr>
            <a:r>
              <a:rPr b="0" i="0" lang="en-US" sz="2400" u="none" cap="none" strike="noStrike">
                <a:solidFill>
                  <a:srgbClr val="B71562"/>
                </a:solidFill>
                <a:latin typeface="Arial"/>
                <a:ea typeface="Arial"/>
                <a:cs typeface="Arial"/>
                <a:sym typeface="Arial"/>
              </a:rPr>
              <a:t>Energy</a:t>
            </a:r>
            <a:r>
              <a:rPr b="0" i="0" lang="en-US" sz="2400" u="none" cap="none" strike="noStrike">
                <a:solidFill>
                  <a:srgbClr val="010066"/>
                </a:solidFill>
                <a:latin typeface="Arial"/>
                <a:ea typeface="Arial"/>
                <a:cs typeface="Arial"/>
                <a:sym typeface="Arial"/>
              </a:rPr>
              <a:t> is the measure of the ability of an object or a system to perform work. There are many types of energy:</a:t>
            </a:r>
            <a:endParaRPr/>
          </a:p>
        </p:txBody>
      </p:sp>
      <p:sp>
        <p:nvSpPr>
          <p:cNvPr id="203" name="Google Shape;203;g39b1c39d1f6_0_5"/>
          <p:cNvSpPr txBox="1"/>
          <p:nvPr/>
        </p:nvSpPr>
        <p:spPr>
          <a:xfrm>
            <a:off x="750300" y="1983575"/>
            <a:ext cx="7935000" cy="831000"/>
          </a:xfrm>
          <a:prstGeom prst="rect">
            <a:avLst/>
          </a:prstGeom>
          <a:noFill/>
          <a:ln>
            <a:noFill/>
          </a:ln>
        </p:spPr>
        <p:txBody>
          <a:bodyPr anchorCtr="0" anchor="t" bIns="45700" lIns="91425" spcFirstLastPara="1" rIns="91425" wrap="square" tIns="45700">
            <a:spAutoFit/>
          </a:bodyPr>
          <a:lstStyle/>
          <a:p>
            <a:pPr indent="-355600" lvl="0" marL="355600" marR="0" rtl="0" algn="l">
              <a:lnSpc>
                <a:spcPct val="100000"/>
              </a:lnSpc>
              <a:spcBef>
                <a:spcPts val="0"/>
              </a:spcBef>
              <a:spcAft>
                <a:spcPts val="0"/>
              </a:spcAft>
              <a:buClr>
                <a:srgbClr val="B71562"/>
              </a:buClr>
              <a:buSzPts val="1920"/>
              <a:buFont typeface="Noto Sans Symbols"/>
              <a:buChar char="●"/>
            </a:pPr>
            <a:r>
              <a:rPr b="0" i="0" lang="en-US" sz="2400" u="none" cap="none" strike="noStrike">
                <a:solidFill>
                  <a:srgbClr val="B71562"/>
                </a:solidFill>
                <a:latin typeface="Arial"/>
                <a:ea typeface="Arial"/>
                <a:cs typeface="Arial"/>
                <a:sym typeface="Arial"/>
              </a:rPr>
              <a:t>gravitational potential energy</a:t>
            </a:r>
            <a:r>
              <a:rPr b="0" i="0" lang="en-US" sz="2400" u="none" cap="none" strike="noStrike">
                <a:solidFill>
                  <a:srgbClr val="010066"/>
                </a:solidFill>
                <a:latin typeface="Arial"/>
                <a:ea typeface="Arial"/>
                <a:cs typeface="Arial"/>
                <a:sym typeface="Arial"/>
              </a:rPr>
              <a:t> – energy of an object due to position in a gravitational field</a:t>
            </a:r>
            <a:endParaRPr/>
          </a:p>
        </p:txBody>
      </p:sp>
      <p:sp>
        <p:nvSpPr>
          <p:cNvPr id="204" name="Google Shape;204;g39b1c39d1f6_0_5"/>
          <p:cNvSpPr txBox="1"/>
          <p:nvPr/>
        </p:nvSpPr>
        <p:spPr>
          <a:xfrm>
            <a:off x="750275" y="1540100"/>
            <a:ext cx="7935000" cy="461700"/>
          </a:xfrm>
          <a:prstGeom prst="rect">
            <a:avLst/>
          </a:prstGeom>
          <a:noFill/>
          <a:ln>
            <a:noFill/>
          </a:ln>
        </p:spPr>
        <p:txBody>
          <a:bodyPr anchorCtr="0" anchor="t" bIns="45700" lIns="91425" spcFirstLastPara="1" rIns="91425" wrap="square" tIns="45700">
            <a:spAutoFit/>
          </a:bodyPr>
          <a:lstStyle/>
          <a:p>
            <a:pPr indent="-355600" lvl="0" marL="355600" marR="0" rtl="0" algn="l">
              <a:lnSpc>
                <a:spcPct val="100000"/>
              </a:lnSpc>
              <a:spcBef>
                <a:spcPts val="0"/>
              </a:spcBef>
              <a:spcAft>
                <a:spcPts val="0"/>
              </a:spcAft>
              <a:buClr>
                <a:srgbClr val="B71562"/>
              </a:buClr>
              <a:buSzPts val="1920"/>
              <a:buFont typeface="Noto Sans Symbols"/>
              <a:buChar char="●"/>
            </a:pPr>
            <a:r>
              <a:rPr b="0" i="0" lang="en-US" sz="2400" u="none" cap="none" strike="noStrike">
                <a:solidFill>
                  <a:srgbClr val="B71562"/>
                </a:solidFill>
                <a:latin typeface="Arial"/>
                <a:ea typeface="Arial"/>
                <a:cs typeface="Arial"/>
                <a:sym typeface="Arial"/>
              </a:rPr>
              <a:t>kinetic energy</a:t>
            </a:r>
            <a:r>
              <a:rPr b="0" i="0" lang="en-US" sz="2400" u="none" cap="none" strike="noStrike">
                <a:solidFill>
                  <a:srgbClr val="010066"/>
                </a:solidFill>
                <a:latin typeface="Arial"/>
                <a:ea typeface="Arial"/>
                <a:cs typeface="Arial"/>
                <a:sym typeface="Arial"/>
              </a:rPr>
              <a:t> – energy of an object due to its speed</a:t>
            </a:r>
            <a:endParaRPr/>
          </a:p>
        </p:txBody>
      </p:sp>
      <p:sp>
        <p:nvSpPr>
          <p:cNvPr id="205" name="Google Shape;205;g39b1c39d1f6_0_5"/>
          <p:cNvSpPr txBox="1"/>
          <p:nvPr/>
        </p:nvSpPr>
        <p:spPr>
          <a:xfrm>
            <a:off x="750275" y="4214825"/>
            <a:ext cx="7935000" cy="461700"/>
          </a:xfrm>
          <a:prstGeom prst="rect">
            <a:avLst/>
          </a:prstGeom>
          <a:noFill/>
          <a:ln>
            <a:noFill/>
          </a:ln>
        </p:spPr>
        <p:txBody>
          <a:bodyPr anchorCtr="0" anchor="t" bIns="45700" lIns="91425" spcFirstLastPara="1" rIns="91425" wrap="square" tIns="45700">
            <a:spAutoFit/>
          </a:bodyPr>
          <a:lstStyle/>
          <a:p>
            <a:pPr indent="-355600" lvl="0" marL="355600" marR="0" rtl="0" algn="l">
              <a:lnSpc>
                <a:spcPct val="100000"/>
              </a:lnSpc>
              <a:spcBef>
                <a:spcPts val="0"/>
              </a:spcBef>
              <a:spcAft>
                <a:spcPts val="0"/>
              </a:spcAft>
              <a:buClr>
                <a:srgbClr val="B71562"/>
              </a:buClr>
              <a:buSzPts val="1920"/>
              <a:buFont typeface="Noto Sans Symbols"/>
              <a:buChar char="●"/>
            </a:pPr>
            <a:r>
              <a:rPr b="0" i="0" lang="en-US" sz="2400" u="none" cap="none" strike="noStrike">
                <a:solidFill>
                  <a:srgbClr val="B71562"/>
                </a:solidFill>
                <a:latin typeface="Arial"/>
                <a:ea typeface="Arial"/>
                <a:cs typeface="Arial"/>
                <a:sym typeface="Arial"/>
              </a:rPr>
              <a:t>nuclear energy</a:t>
            </a:r>
            <a:r>
              <a:rPr b="0" i="0" lang="en-US" sz="2400" u="none" cap="none" strike="noStrike">
                <a:solidFill>
                  <a:srgbClr val="010066"/>
                </a:solidFill>
                <a:latin typeface="Arial"/>
                <a:ea typeface="Arial"/>
                <a:cs typeface="Arial"/>
                <a:sym typeface="Arial"/>
              </a:rPr>
              <a:t> – energy stored in nuclei.</a:t>
            </a:r>
            <a:endParaRPr/>
          </a:p>
        </p:txBody>
      </p:sp>
      <p:sp>
        <p:nvSpPr>
          <p:cNvPr id="206" name="Google Shape;206;g39b1c39d1f6_0_5"/>
          <p:cNvSpPr txBox="1"/>
          <p:nvPr/>
        </p:nvSpPr>
        <p:spPr>
          <a:xfrm>
            <a:off x="750275" y="3652850"/>
            <a:ext cx="7935000" cy="461700"/>
          </a:xfrm>
          <a:prstGeom prst="rect">
            <a:avLst/>
          </a:prstGeom>
          <a:noFill/>
          <a:ln>
            <a:noFill/>
          </a:ln>
        </p:spPr>
        <p:txBody>
          <a:bodyPr anchorCtr="0" anchor="t" bIns="45700" lIns="91425" spcFirstLastPara="1" rIns="91425" wrap="square" tIns="45700">
            <a:spAutoFit/>
          </a:bodyPr>
          <a:lstStyle/>
          <a:p>
            <a:pPr indent="-355600" lvl="0" marL="355600" marR="0" rtl="0" algn="l">
              <a:lnSpc>
                <a:spcPct val="100000"/>
              </a:lnSpc>
              <a:spcBef>
                <a:spcPts val="0"/>
              </a:spcBef>
              <a:spcAft>
                <a:spcPts val="0"/>
              </a:spcAft>
              <a:buClr>
                <a:srgbClr val="B71562"/>
              </a:buClr>
              <a:buSzPts val="1920"/>
              <a:buFont typeface="Noto Sans Symbols"/>
              <a:buChar char="●"/>
            </a:pPr>
            <a:r>
              <a:rPr b="0" i="0" lang="en-US" sz="2400" u="none" cap="none" strike="noStrike">
                <a:solidFill>
                  <a:srgbClr val="B71562"/>
                </a:solidFill>
                <a:latin typeface="Arial"/>
                <a:ea typeface="Arial"/>
                <a:cs typeface="Arial"/>
                <a:sym typeface="Arial"/>
              </a:rPr>
              <a:t>chemical energy</a:t>
            </a:r>
            <a:r>
              <a:rPr b="0" i="0" lang="en-US" sz="2400" u="none" cap="none" strike="noStrike">
                <a:solidFill>
                  <a:srgbClr val="010066"/>
                </a:solidFill>
                <a:latin typeface="Arial"/>
                <a:ea typeface="Arial"/>
                <a:cs typeface="Arial"/>
                <a:sym typeface="Arial"/>
              </a:rPr>
              <a:t> – energy stored in chemical bonds</a:t>
            </a:r>
            <a:endParaRPr/>
          </a:p>
        </p:txBody>
      </p:sp>
      <p:sp>
        <p:nvSpPr>
          <p:cNvPr id="207" name="Google Shape;207;g39b1c39d1f6_0_5"/>
          <p:cNvSpPr txBox="1"/>
          <p:nvPr/>
        </p:nvSpPr>
        <p:spPr>
          <a:xfrm>
            <a:off x="750275" y="2818200"/>
            <a:ext cx="7935000" cy="831000"/>
          </a:xfrm>
          <a:prstGeom prst="rect">
            <a:avLst/>
          </a:prstGeom>
          <a:noFill/>
          <a:ln>
            <a:noFill/>
          </a:ln>
        </p:spPr>
        <p:txBody>
          <a:bodyPr anchorCtr="0" anchor="t" bIns="45700" lIns="91425" spcFirstLastPara="1" rIns="91425" wrap="square" tIns="45700">
            <a:spAutoFit/>
          </a:bodyPr>
          <a:lstStyle/>
          <a:p>
            <a:pPr indent="-355600" lvl="0" marL="355600" marR="0" rtl="0" algn="l">
              <a:lnSpc>
                <a:spcPct val="100000"/>
              </a:lnSpc>
              <a:spcBef>
                <a:spcPts val="0"/>
              </a:spcBef>
              <a:spcAft>
                <a:spcPts val="0"/>
              </a:spcAft>
              <a:buClr>
                <a:srgbClr val="B71562"/>
              </a:buClr>
              <a:buSzPts val="1920"/>
              <a:buFont typeface="Noto Sans Symbols"/>
              <a:buChar char="●"/>
            </a:pPr>
            <a:r>
              <a:rPr b="0" i="0" lang="en-US" sz="2400" u="none" cap="none" strike="noStrike">
                <a:solidFill>
                  <a:srgbClr val="B71562"/>
                </a:solidFill>
                <a:latin typeface="Arial"/>
                <a:ea typeface="Arial"/>
                <a:cs typeface="Arial"/>
                <a:sym typeface="Arial"/>
              </a:rPr>
              <a:t>elastic energy</a:t>
            </a:r>
            <a:r>
              <a:rPr b="0" i="0" lang="en-US" sz="2400" u="none" cap="none" strike="noStrike">
                <a:solidFill>
                  <a:srgbClr val="010066"/>
                </a:solidFill>
                <a:latin typeface="Arial"/>
                <a:ea typeface="Arial"/>
                <a:cs typeface="Arial"/>
                <a:sym typeface="Arial"/>
              </a:rPr>
              <a:t> – energy stored when an object is stretched or compressed</a:t>
            </a:r>
            <a:endParaRPr/>
          </a:p>
        </p:txBody>
      </p:sp>
      <p:pic>
        <p:nvPicPr>
          <p:cNvPr descr="forward_arrow_colour" id="208" name="Google Shape;208;g39b1c39d1f6_0_5"/>
          <p:cNvPicPr preferRelativeResize="0"/>
          <p:nvPr/>
        </p:nvPicPr>
        <p:blipFill rotWithShape="1">
          <a:blip r:embed="rId3">
            <a:alphaModFix/>
          </a:blip>
          <a:srcRect b="0" l="0" r="0" t="0"/>
          <a:stretch/>
        </p:blipFill>
        <p:spPr>
          <a:xfrm>
            <a:off x="8447087" y="4625578"/>
            <a:ext cx="472678" cy="43100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par>
                                <p:cTn fill="hold" nodeType="with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2"/>
          <p:cNvSpPr txBox="1"/>
          <p:nvPr>
            <p:ph type="title"/>
          </p:nvPr>
        </p:nvSpPr>
        <p:spPr>
          <a:xfrm>
            <a:off x="938758" y="286789"/>
            <a:ext cx="7633742" cy="1119099"/>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98696"/>
              <a:buFont typeface="Impact"/>
              <a:buNone/>
            </a:pPr>
            <a:r>
              <a:rPr lang="en-US"/>
              <a:t>2 MAIN GROUPS </a:t>
            </a:r>
            <a:br>
              <a:rPr lang="en-US"/>
            </a:br>
            <a:r>
              <a:rPr lang="en-US"/>
              <a:t>– KINETIC &amp; POTENTIAL ENERGY</a:t>
            </a:r>
            <a:endParaRPr/>
          </a:p>
        </p:txBody>
      </p:sp>
      <p:graphicFrame>
        <p:nvGraphicFramePr>
          <p:cNvPr id="214" name="Google Shape;214;p12"/>
          <p:cNvGraphicFramePr/>
          <p:nvPr/>
        </p:nvGraphicFramePr>
        <p:xfrm>
          <a:off x="938213" y="1714500"/>
          <a:ext cx="3000000" cy="3000000"/>
        </p:xfrm>
        <a:graphic>
          <a:graphicData uri="http://schemas.openxmlformats.org/drawingml/2006/table">
            <a:tbl>
              <a:tblPr bandRow="1" firstRow="1">
                <a:noFill/>
                <a:tableStyleId>{DE29BD16-4307-4C88-9AC6-A157FF8AC24C}</a:tableStyleId>
              </a:tblPr>
              <a:tblGrid>
                <a:gridCol w="3817150"/>
                <a:gridCol w="3817150"/>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sng" cap="none" strike="noStrike"/>
                        <a:t>Kinetic Energy </a:t>
                      </a:r>
                      <a:r>
                        <a:rPr lang="en-US" sz="1800" u="none" cap="none" strike="noStrike"/>
                        <a:t>– </a:t>
                      </a:r>
                      <a:r>
                        <a:rPr i="1" lang="en-US" sz="1800" u="none" cap="none" strike="noStrike"/>
                        <a:t>involves particles moving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sng" cap="none" strike="noStrike"/>
                        <a:t>Potential Energy </a:t>
                      </a:r>
                      <a:r>
                        <a:rPr lang="en-US" sz="1800" u="none" cap="none" strike="noStrike"/>
                        <a:t>– </a:t>
                      </a:r>
                      <a:r>
                        <a:rPr i="1" lang="en-US" sz="1800" u="none" cap="none" strike="noStrike"/>
                        <a:t>any energy that can be stored</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kinetic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gravitational</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heat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chemical</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light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elastic</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electrical</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sound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bl>
          </a:graphicData>
        </a:graphic>
      </p:graphicFrame>
      <p:sp>
        <p:nvSpPr>
          <p:cNvPr id="215" name="Google Shape;215;p12"/>
          <p:cNvSpPr txBox="1"/>
          <p:nvPr/>
        </p:nvSpPr>
        <p:spPr>
          <a:xfrm>
            <a:off x="990600" y="4705350"/>
            <a:ext cx="5486400" cy="38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Where does ‘Nuclear Energy’ go?</a:t>
            </a:r>
            <a:endParaRPr b="0" i="0" sz="1400" u="none" cap="none" strike="noStrike">
              <a:solidFill>
                <a:srgbClr val="000000"/>
              </a:solidFill>
              <a:latin typeface="Arial"/>
              <a:ea typeface="Arial"/>
              <a:cs typeface="Arial"/>
              <a:sym typeface="Arial"/>
            </a:endParaRPr>
          </a:p>
        </p:txBody>
      </p:sp>
      <p:graphicFrame>
        <p:nvGraphicFramePr>
          <p:cNvPr id="216" name="Google Shape;216;p12"/>
          <p:cNvGraphicFramePr/>
          <p:nvPr/>
        </p:nvGraphicFramePr>
        <p:xfrm>
          <a:off x="938212" y="1405888"/>
          <a:ext cx="3000000" cy="3000000"/>
        </p:xfrm>
        <a:graphic>
          <a:graphicData uri="http://schemas.openxmlformats.org/drawingml/2006/table">
            <a:tbl>
              <a:tblPr bandRow="1" firstRow="1">
                <a:noFill/>
                <a:tableStyleId>{DE29BD16-4307-4C88-9AC6-A157FF8AC24C}</a:tableStyleId>
              </a:tblPr>
              <a:tblGrid>
                <a:gridCol w="3817150"/>
                <a:gridCol w="3817150"/>
              </a:tblGrid>
              <a:tr h="352425">
                <a:tc>
                  <a:txBody>
                    <a:bodyPr/>
                    <a:lstStyle/>
                    <a:p>
                      <a:pPr indent="0" lvl="0" marL="0" marR="0" rtl="0" algn="l">
                        <a:lnSpc>
                          <a:spcPct val="100000"/>
                        </a:lnSpc>
                        <a:spcBef>
                          <a:spcPts val="0"/>
                        </a:spcBef>
                        <a:spcAft>
                          <a:spcPts val="0"/>
                        </a:spcAft>
                        <a:buClr>
                          <a:srgbClr val="000000"/>
                        </a:buClr>
                        <a:buSzPts val="1800"/>
                        <a:buFont typeface="Arial"/>
                        <a:buNone/>
                      </a:pPr>
                      <a:r>
                        <a:rPr lang="en-US" sz="1800" u="sng" cap="none" strike="noStrike"/>
                        <a:t>Kinetic Energy </a:t>
                      </a:r>
                      <a:r>
                        <a:rPr lang="en-US" sz="1800" u="none" cap="none" strike="noStrike"/>
                        <a:t>– </a:t>
                      </a:r>
                      <a:r>
                        <a:rPr i="1" lang="en-US" sz="1800" u="none" cap="none" strike="noStrike"/>
                        <a:t>involves particles moving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sng" cap="none" strike="noStrike"/>
                        <a:t>Potential Energy </a:t>
                      </a:r>
                      <a:r>
                        <a:rPr lang="en-US" sz="1800" u="none" cap="none" strike="noStrike"/>
                        <a:t>– </a:t>
                      </a:r>
                      <a:r>
                        <a:rPr i="1" lang="en-US" sz="1800" u="none" cap="none" strike="noStrike"/>
                        <a:t>any energy that can be stored</a:t>
                      </a:r>
                      <a:endParaRPr sz="1400" u="none" cap="none" strike="noStrike"/>
                    </a:p>
                  </a:txBody>
                  <a:tcPr marT="45725" marB="45725" marR="91450" marL="91450"/>
                </a:tc>
              </a:tr>
              <a:tr h="6019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16"/>
                                        </p:tgtEl>
                                      </p:cBhvr>
                                    </p:animEffect>
                                    <p:set>
                                      <p:cBhvr>
                                        <p:cTn dur="1" fill="hold">
                                          <p:stCondLst>
                                            <p:cond delay="500"/>
                                          </p:stCondLst>
                                        </p:cTn>
                                        <p:tgtEl>
                                          <p:spTgt spid="2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9d229c1d1a_0_0"/>
          <p:cNvSpPr txBox="1"/>
          <p:nvPr>
            <p:ph type="title"/>
          </p:nvPr>
        </p:nvSpPr>
        <p:spPr>
          <a:xfrm>
            <a:off x="938758" y="286789"/>
            <a:ext cx="7633800" cy="1119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Activity: Energy forms and changes</a:t>
            </a:r>
            <a:endParaRPr/>
          </a:p>
        </p:txBody>
      </p:sp>
      <p:sp>
        <p:nvSpPr>
          <p:cNvPr id="223" name="Google Shape;223;g39d229c1d1a_0_0"/>
          <p:cNvSpPr txBox="1"/>
          <p:nvPr>
            <p:ph idx="1" type="body"/>
          </p:nvPr>
        </p:nvSpPr>
        <p:spPr>
          <a:xfrm>
            <a:off x="938758" y="1714501"/>
            <a:ext cx="7633800" cy="2695200"/>
          </a:xfrm>
          <a:prstGeom prst="rect">
            <a:avLst/>
          </a:prstGeom>
        </p:spPr>
        <p:txBody>
          <a:bodyPr anchorCtr="0" anchor="t" bIns="45700" lIns="91425" spcFirstLastPara="1" rIns="91425" wrap="square" tIns="45700">
            <a:normAutofit/>
          </a:bodyPr>
          <a:lstStyle/>
          <a:p>
            <a:pPr indent="0" lvl="0" marL="0" rtl="0" algn="l">
              <a:spcBef>
                <a:spcPts val="525"/>
              </a:spcBef>
              <a:spcAft>
                <a:spcPts val="0"/>
              </a:spcAft>
              <a:buNone/>
            </a:pPr>
            <a:r>
              <a:rPr lang="en-US"/>
              <a:t>Use the </a:t>
            </a:r>
            <a:r>
              <a:rPr lang="en-US">
                <a:solidFill>
                  <a:schemeClr val="dk2"/>
                </a:solidFill>
              </a:rPr>
              <a:t>PhET Simulation - </a:t>
            </a:r>
            <a:r>
              <a:rPr lang="en-US" u="sng">
                <a:solidFill>
                  <a:schemeClr val="accent3"/>
                </a:solidFill>
                <a:hlinkClick r:id="rId3">
                  <a:extLst>
                    <a:ext uri="{A12FA001-AC4F-418D-AE19-62706E023703}">
                      <ahyp:hlinkClr val="tx"/>
                    </a:ext>
                  </a:extLst>
                </a:hlinkClick>
              </a:rPr>
              <a:t>Energy Forms and Changes</a:t>
            </a:r>
            <a:r>
              <a:rPr lang="en-US"/>
              <a:t> to complete the </a:t>
            </a:r>
            <a:r>
              <a:rPr b="1" lang="en-US"/>
              <a:t>interactive activity</a:t>
            </a:r>
            <a:r>
              <a:rPr lang="en-US"/>
              <a:t>.</a:t>
            </a:r>
            <a:endParaRPr/>
          </a:p>
        </p:txBody>
      </p:sp>
      <p:pic>
        <p:nvPicPr>
          <p:cNvPr id="224" name="Google Shape;224;g39d229c1d1a_0_0"/>
          <p:cNvPicPr preferRelativeResize="0"/>
          <p:nvPr/>
        </p:nvPicPr>
        <p:blipFill>
          <a:blip r:embed="rId4">
            <a:alphaModFix/>
          </a:blip>
          <a:stretch>
            <a:fillRect/>
          </a:stretch>
        </p:blipFill>
        <p:spPr>
          <a:xfrm>
            <a:off x="2230605" y="2254149"/>
            <a:ext cx="5050081" cy="26951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3"/>
          <p:cNvSpPr txBox="1"/>
          <p:nvPr>
            <p:ph type="title"/>
          </p:nvPr>
        </p:nvSpPr>
        <p:spPr>
          <a:xfrm>
            <a:off x="2432197" y="805417"/>
            <a:ext cx="6140303" cy="304847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2"/>
              </a:buClr>
              <a:buSzPts val="6300"/>
              <a:buFont typeface="Impact"/>
              <a:buNone/>
            </a:pPr>
            <a:r>
              <a:rPr lang="en-US"/>
              <a:t>SOURCE OF ENERGY?</a:t>
            </a:r>
            <a:endParaRPr/>
          </a:p>
        </p:txBody>
      </p:sp>
      <p:sp>
        <p:nvSpPr>
          <p:cNvPr id="230" name="Google Shape;230;p13"/>
          <p:cNvSpPr txBox="1"/>
          <p:nvPr>
            <p:ph idx="1" type="body"/>
          </p:nvPr>
        </p:nvSpPr>
        <p:spPr>
          <a:xfrm>
            <a:off x="2432198" y="3869836"/>
            <a:ext cx="5263116" cy="71335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5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14"/>
          <p:cNvPicPr preferRelativeResize="0"/>
          <p:nvPr/>
        </p:nvPicPr>
        <p:blipFill rotWithShape="1">
          <a:blip r:embed="rId3">
            <a:alphaModFix/>
          </a:blip>
          <a:srcRect b="0" l="0" r="0" t="0"/>
          <a:stretch/>
        </p:blipFill>
        <p:spPr>
          <a:xfrm>
            <a:off x="4568801" y="846338"/>
            <a:ext cx="4358758" cy="2639812"/>
          </a:xfrm>
          <a:prstGeom prst="rect">
            <a:avLst/>
          </a:prstGeom>
          <a:noFill/>
          <a:ln>
            <a:noFill/>
          </a:ln>
        </p:spPr>
      </p:pic>
      <p:sp>
        <p:nvSpPr>
          <p:cNvPr id="236" name="Google Shape;236;p14"/>
          <p:cNvSpPr txBox="1"/>
          <p:nvPr>
            <p:ph type="title"/>
          </p:nvPr>
        </p:nvSpPr>
        <p:spPr>
          <a:xfrm>
            <a:off x="938758" y="286789"/>
            <a:ext cx="7633742" cy="111909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800"/>
              <a:buFont typeface="Impact"/>
              <a:buNone/>
            </a:pPr>
            <a:r>
              <a:rPr lang="en-US"/>
              <a:t>SOURCES OF ENERGY</a:t>
            </a:r>
            <a:endParaRPr/>
          </a:p>
        </p:txBody>
      </p:sp>
      <p:sp>
        <p:nvSpPr>
          <p:cNvPr id="237" name="Google Shape;237;p14"/>
          <p:cNvSpPr txBox="1"/>
          <p:nvPr>
            <p:ph idx="1" type="body"/>
          </p:nvPr>
        </p:nvSpPr>
        <p:spPr>
          <a:xfrm>
            <a:off x="762000" y="846338"/>
            <a:ext cx="4495800" cy="41148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1800"/>
              <a:buNone/>
            </a:pPr>
            <a:r>
              <a:rPr lang="en-US" sz="1800"/>
              <a:t>“…the sun is the original source of most energy on Earth.”</a:t>
            </a:r>
            <a:endParaRPr/>
          </a:p>
          <a:p>
            <a:pPr indent="0" lvl="0" marL="0" rtl="0" algn="l">
              <a:lnSpc>
                <a:spcPct val="110000"/>
              </a:lnSpc>
              <a:spcBef>
                <a:spcPts val="525"/>
              </a:spcBef>
              <a:spcAft>
                <a:spcPts val="0"/>
              </a:spcAft>
              <a:buSzPts val="1800"/>
              <a:buNone/>
            </a:pPr>
            <a:r>
              <a:rPr lang="en-US" sz="1800"/>
              <a:t>Explain how this is true using driving a car (which uses petrol) as an example.</a:t>
            </a:r>
            <a:endParaRPr/>
          </a:p>
          <a:p>
            <a:pPr indent="0" lvl="0" marL="0" rtl="0" algn="l">
              <a:lnSpc>
                <a:spcPct val="110000"/>
              </a:lnSpc>
              <a:spcBef>
                <a:spcPts val="525"/>
              </a:spcBef>
              <a:spcAft>
                <a:spcPts val="0"/>
              </a:spcAft>
              <a:buSzPts val="1800"/>
              <a:buNone/>
            </a:pPr>
            <a:r>
              <a:t/>
            </a:r>
            <a:endParaRPr sz="1800"/>
          </a:p>
          <a:p>
            <a:pPr indent="0" lvl="0" marL="0" rtl="0" algn="l">
              <a:lnSpc>
                <a:spcPct val="110000"/>
              </a:lnSpc>
              <a:spcBef>
                <a:spcPts val="525"/>
              </a:spcBef>
              <a:spcAft>
                <a:spcPts val="0"/>
              </a:spcAft>
              <a:buSzPts val="1800"/>
              <a:buNone/>
            </a:pPr>
            <a:r>
              <a:rPr lang="en-US" sz="1800">
                <a:solidFill>
                  <a:srgbClr val="0070C0"/>
                </a:solidFill>
              </a:rPr>
              <a:t>Cars run on oil (petrol) </a:t>
            </a:r>
            <a:endParaRPr/>
          </a:p>
          <a:p>
            <a:pPr indent="0" lvl="0" marL="0" rtl="0" algn="l">
              <a:lnSpc>
                <a:spcPct val="110000"/>
              </a:lnSpc>
              <a:spcBef>
                <a:spcPts val="525"/>
              </a:spcBef>
              <a:spcAft>
                <a:spcPts val="0"/>
              </a:spcAft>
              <a:buSzPts val="1800"/>
              <a:buNone/>
            </a:pPr>
            <a:r>
              <a:rPr lang="en-US" sz="1800">
                <a:solidFill>
                  <a:srgbClr val="0070C0"/>
                </a:solidFill>
              </a:rPr>
              <a:t>Oil is made from millions of dead plants and animals (from thousands of years ago).</a:t>
            </a:r>
            <a:endParaRPr/>
          </a:p>
          <a:p>
            <a:pPr indent="0" lvl="0" marL="0" rtl="0" algn="l">
              <a:lnSpc>
                <a:spcPct val="110000"/>
              </a:lnSpc>
              <a:spcBef>
                <a:spcPts val="525"/>
              </a:spcBef>
              <a:spcAft>
                <a:spcPts val="0"/>
              </a:spcAft>
              <a:buSzPts val="1800"/>
              <a:buNone/>
            </a:pPr>
            <a:r>
              <a:rPr lang="en-US" sz="1800">
                <a:solidFill>
                  <a:srgbClr val="0070C0"/>
                </a:solidFill>
              </a:rPr>
              <a:t>Plants get their energy from the sun.</a:t>
            </a:r>
            <a:endParaRPr/>
          </a:p>
          <a:p>
            <a:pPr indent="0" lvl="0" marL="0" rtl="0" algn="l">
              <a:lnSpc>
                <a:spcPct val="110000"/>
              </a:lnSpc>
              <a:spcBef>
                <a:spcPts val="525"/>
              </a:spcBef>
              <a:spcAft>
                <a:spcPts val="0"/>
              </a:spcAft>
              <a:buSzPts val="1800"/>
              <a:buNone/>
            </a:pPr>
            <a:r>
              <a:rPr lang="en-US" sz="1800">
                <a:solidFill>
                  <a:srgbClr val="0070C0"/>
                </a:solidFill>
              </a:rPr>
              <a:t>Animals get their energy from plants (or other animals).</a:t>
            </a:r>
            <a:endParaRPr/>
          </a:p>
          <a:p>
            <a:pPr indent="0" lvl="0" marL="0" rtl="0" algn="l">
              <a:lnSpc>
                <a:spcPct val="110000"/>
              </a:lnSpc>
              <a:spcBef>
                <a:spcPts val="525"/>
              </a:spcBef>
              <a:spcAft>
                <a:spcPts val="0"/>
              </a:spcAft>
              <a:buSzPts val="1800"/>
              <a:buNone/>
            </a:pPr>
            <a:r>
              <a:t/>
            </a:r>
            <a:endParaRPr sz="1800"/>
          </a:p>
          <a:p>
            <a:pPr indent="0" lvl="0" marL="0" rtl="0" algn="l">
              <a:lnSpc>
                <a:spcPct val="110000"/>
              </a:lnSpc>
              <a:spcBef>
                <a:spcPts val="525"/>
              </a:spcBef>
              <a:spcAft>
                <a:spcPts val="0"/>
              </a:spcAft>
              <a:buSzPts val="15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5"/>
          <p:cNvSpPr txBox="1"/>
          <p:nvPr>
            <p:ph type="title"/>
          </p:nvPr>
        </p:nvSpPr>
        <p:spPr>
          <a:xfrm>
            <a:off x="2432197" y="805417"/>
            <a:ext cx="6140303" cy="304847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2"/>
              </a:buClr>
              <a:buSzPts val="4400"/>
              <a:buFont typeface="Impact"/>
              <a:buNone/>
            </a:pPr>
            <a:r>
              <a:rPr lang="en-US" sz="4400"/>
              <a:t>1</a:t>
            </a:r>
            <a:r>
              <a:rPr baseline="30000" lang="en-US" sz="4400"/>
              <a:t>ST</a:t>
            </a:r>
            <a:r>
              <a:rPr lang="en-US" sz="4400"/>
              <a:t> LAW OF THERMODYNAMICS &amp; ENERGY TRANSFORMATIONS</a:t>
            </a:r>
            <a:endParaRPr/>
          </a:p>
        </p:txBody>
      </p:sp>
      <p:sp>
        <p:nvSpPr>
          <p:cNvPr id="243" name="Google Shape;243;p15"/>
          <p:cNvSpPr txBox="1"/>
          <p:nvPr>
            <p:ph idx="1" type="body"/>
          </p:nvPr>
        </p:nvSpPr>
        <p:spPr>
          <a:xfrm>
            <a:off x="2432198" y="3869836"/>
            <a:ext cx="5263116" cy="71335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5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6"/>
          <p:cNvSpPr txBox="1"/>
          <p:nvPr>
            <p:ph type="title"/>
          </p:nvPr>
        </p:nvSpPr>
        <p:spPr>
          <a:xfrm>
            <a:off x="1143000" y="133350"/>
            <a:ext cx="7633742" cy="76096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800"/>
              <a:buFont typeface="Impact"/>
              <a:buNone/>
            </a:pPr>
            <a:r>
              <a:rPr lang="en-US"/>
              <a:t>THE 1</a:t>
            </a:r>
            <a:r>
              <a:rPr baseline="30000" lang="en-US"/>
              <a:t>ST</a:t>
            </a:r>
            <a:r>
              <a:rPr lang="en-US"/>
              <a:t> LAW OF THERMODYNAMICS</a:t>
            </a:r>
            <a:endParaRPr/>
          </a:p>
        </p:txBody>
      </p:sp>
      <p:sp>
        <p:nvSpPr>
          <p:cNvPr id="249" name="Google Shape;249;p16"/>
          <p:cNvSpPr txBox="1"/>
          <p:nvPr>
            <p:ph idx="1" type="body"/>
          </p:nvPr>
        </p:nvSpPr>
        <p:spPr>
          <a:xfrm>
            <a:off x="938758" y="1714501"/>
            <a:ext cx="7633742" cy="2695193"/>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1500"/>
              <a:buNone/>
            </a:pPr>
            <a:r>
              <a:t/>
            </a:r>
            <a:endParaRPr/>
          </a:p>
          <a:p>
            <a:pPr indent="0" lvl="0" marL="0" rtl="0" algn="ctr">
              <a:lnSpc>
                <a:spcPct val="110000"/>
              </a:lnSpc>
              <a:spcBef>
                <a:spcPts val="525"/>
              </a:spcBef>
              <a:spcAft>
                <a:spcPts val="0"/>
              </a:spcAft>
              <a:buSzPts val="2800"/>
              <a:buNone/>
            </a:pPr>
            <a:r>
              <a:rPr b="1" lang="en-US" sz="2800">
                <a:solidFill>
                  <a:srgbClr val="002060"/>
                </a:solidFill>
              </a:rPr>
              <a:t>“</a:t>
            </a:r>
            <a:r>
              <a:rPr b="1" lang="en-US" sz="2800" u="sng">
                <a:solidFill>
                  <a:srgbClr val="002060"/>
                </a:solidFill>
              </a:rPr>
              <a:t>The</a:t>
            </a:r>
            <a:r>
              <a:rPr b="1" lang="en-US" sz="2800">
                <a:solidFill>
                  <a:srgbClr val="002060"/>
                </a:solidFill>
              </a:rPr>
              <a:t> total </a:t>
            </a:r>
            <a:r>
              <a:rPr b="1" lang="en-US" sz="2800" u="sng">
                <a:solidFill>
                  <a:srgbClr val="002060"/>
                </a:solidFill>
              </a:rPr>
              <a:t>amount</a:t>
            </a:r>
            <a:r>
              <a:rPr b="1" lang="en-US" sz="2800">
                <a:solidFill>
                  <a:srgbClr val="002060"/>
                </a:solidFill>
              </a:rPr>
              <a:t> of </a:t>
            </a:r>
            <a:r>
              <a:rPr b="1" lang="en-US" sz="2800" u="sng">
                <a:solidFill>
                  <a:srgbClr val="002060"/>
                </a:solidFill>
              </a:rPr>
              <a:t>energy</a:t>
            </a:r>
            <a:r>
              <a:rPr b="1" lang="en-US" sz="2800">
                <a:solidFill>
                  <a:srgbClr val="002060"/>
                </a:solidFill>
              </a:rPr>
              <a:t> in the </a:t>
            </a:r>
            <a:r>
              <a:rPr b="1" lang="en-US" sz="2800" u="sng">
                <a:solidFill>
                  <a:srgbClr val="002060"/>
                </a:solidFill>
              </a:rPr>
              <a:t>universe</a:t>
            </a:r>
            <a:r>
              <a:rPr b="1" lang="en-US" sz="2800">
                <a:solidFill>
                  <a:srgbClr val="002060"/>
                </a:solidFill>
              </a:rPr>
              <a:t> is </a:t>
            </a:r>
            <a:r>
              <a:rPr b="1" lang="en-US" sz="2800" u="sng">
                <a:solidFill>
                  <a:srgbClr val="002060"/>
                </a:solidFill>
              </a:rPr>
              <a:t>constant</a:t>
            </a:r>
            <a:r>
              <a:rPr b="1" lang="en-US" sz="2800">
                <a:solidFill>
                  <a:srgbClr val="002060"/>
                </a:solidFill>
              </a:rPr>
              <a:t>.  </a:t>
            </a:r>
            <a:r>
              <a:rPr b="1" lang="en-US" sz="2800" u="sng">
                <a:solidFill>
                  <a:srgbClr val="002060"/>
                </a:solidFill>
              </a:rPr>
              <a:t>Energy</a:t>
            </a:r>
            <a:r>
              <a:rPr b="1" lang="en-US" sz="2800">
                <a:solidFill>
                  <a:srgbClr val="002060"/>
                </a:solidFill>
              </a:rPr>
              <a:t> </a:t>
            </a:r>
            <a:r>
              <a:rPr b="1" lang="en-US" sz="2800" u="sng">
                <a:solidFill>
                  <a:srgbClr val="002060"/>
                </a:solidFill>
              </a:rPr>
              <a:t>cannot</a:t>
            </a:r>
            <a:r>
              <a:rPr b="1" lang="en-US" sz="2800">
                <a:solidFill>
                  <a:srgbClr val="002060"/>
                </a:solidFill>
              </a:rPr>
              <a:t> be </a:t>
            </a:r>
            <a:r>
              <a:rPr b="1" lang="en-US" sz="2800" u="sng">
                <a:solidFill>
                  <a:srgbClr val="002060"/>
                </a:solidFill>
              </a:rPr>
              <a:t>created</a:t>
            </a:r>
            <a:r>
              <a:rPr b="1" lang="en-US" sz="2800">
                <a:solidFill>
                  <a:srgbClr val="002060"/>
                </a:solidFill>
              </a:rPr>
              <a:t> or </a:t>
            </a:r>
            <a:r>
              <a:rPr b="1" lang="en-US" sz="2800" u="sng">
                <a:solidFill>
                  <a:srgbClr val="002060"/>
                </a:solidFill>
              </a:rPr>
              <a:t>destroyed</a:t>
            </a:r>
            <a:r>
              <a:rPr b="1" lang="en-US" sz="2800">
                <a:solidFill>
                  <a:srgbClr val="002060"/>
                </a:solidFill>
              </a:rPr>
              <a:t>, it </a:t>
            </a:r>
            <a:r>
              <a:rPr b="1" lang="en-US" sz="2800" u="sng">
                <a:solidFill>
                  <a:srgbClr val="002060"/>
                </a:solidFill>
              </a:rPr>
              <a:t>can</a:t>
            </a:r>
            <a:r>
              <a:rPr b="1" lang="en-US" sz="2800">
                <a:solidFill>
                  <a:srgbClr val="002060"/>
                </a:solidFill>
              </a:rPr>
              <a:t> </a:t>
            </a:r>
            <a:r>
              <a:rPr b="1" lang="en-US" sz="2800" u="sng">
                <a:solidFill>
                  <a:srgbClr val="002060"/>
                </a:solidFill>
              </a:rPr>
              <a:t>only</a:t>
            </a:r>
            <a:r>
              <a:rPr b="1" lang="en-US" sz="2800">
                <a:solidFill>
                  <a:srgbClr val="002060"/>
                </a:solidFill>
              </a:rPr>
              <a:t> </a:t>
            </a:r>
            <a:r>
              <a:rPr b="1" lang="en-US" sz="2800" u="sng">
                <a:solidFill>
                  <a:srgbClr val="002060"/>
                </a:solidFill>
              </a:rPr>
              <a:t>change</a:t>
            </a:r>
            <a:r>
              <a:rPr b="1" lang="en-US" sz="2800">
                <a:solidFill>
                  <a:srgbClr val="002060"/>
                </a:solidFill>
              </a:rPr>
              <a:t> </a:t>
            </a:r>
            <a:r>
              <a:rPr b="1" lang="en-US" sz="2800" u="sng">
                <a:solidFill>
                  <a:srgbClr val="002060"/>
                </a:solidFill>
              </a:rPr>
              <a:t>place</a:t>
            </a:r>
            <a:r>
              <a:rPr b="1" lang="en-US" sz="2800">
                <a:solidFill>
                  <a:srgbClr val="002060"/>
                </a:solidFill>
              </a:rPr>
              <a:t> or </a:t>
            </a:r>
            <a:r>
              <a:rPr b="1" lang="en-US" sz="2800" u="sng">
                <a:solidFill>
                  <a:srgbClr val="002060"/>
                </a:solidFill>
              </a:rPr>
              <a:t>form</a:t>
            </a:r>
            <a:r>
              <a:rPr b="1" lang="en-US" sz="2800">
                <a:solidFill>
                  <a:srgbClr val="002060"/>
                </a:solidFill>
              </a:rPr>
              <a:t>.”</a:t>
            </a:r>
            <a:endParaRPr b="1" sz="2800">
              <a:solidFill>
                <a:srgbClr val="002060"/>
              </a:solidFill>
            </a:endParaRPr>
          </a:p>
        </p:txBody>
      </p:sp>
      <p:sp>
        <p:nvSpPr>
          <p:cNvPr id="250" name="Google Shape;250;p16"/>
          <p:cNvSpPr txBox="1"/>
          <p:nvPr/>
        </p:nvSpPr>
        <p:spPr>
          <a:xfrm>
            <a:off x="1138106" y="935074"/>
            <a:ext cx="67056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348587"/>
                </a:solidFill>
                <a:latin typeface="Gill Sans"/>
                <a:ea typeface="Gill Sans"/>
                <a:cs typeface="Gill Sans"/>
                <a:sym typeface="Gill Sans"/>
              </a:rPr>
              <a:t>= The Law of Conservation of Energy</a:t>
            </a:r>
            <a:endParaRPr b="0" i="0" sz="3200" u="none" cap="none" strike="noStrike">
              <a:solidFill>
                <a:srgbClr val="348587"/>
              </a:solidFill>
              <a:latin typeface="Gill Sans"/>
              <a:ea typeface="Gill Sans"/>
              <a:cs typeface="Gill Sans"/>
              <a:sym typeface="Gill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7"/>
          <p:cNvSpPr txBox="1"/>
          <p:nvPr>
            <p:ph type="title"/>
          </p:nvPr>
        </p:nvSpPr>
        <p:spPr>
          <a:xfrm>
            <a:off x="938758" y="286789"/>
            <a:ext cx="7633742" cy="111909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800"/>
              <a:buFont typeface="Impact"/>
              <a:buNone/>
            </a:pPr>
            <a:r>
              <a:rPr lang="en-US"/>
              <a:t>THE 1</a:t>
            </a:r>
            <a:r>
              <a:rPr baseline="30000" lang="en-US"/>
              <a:t>ST</a:t>
            </a:r>
            <a:r>
              <a:rPr lang="en-US"/>
              <a:t> LAW OF THERMODYNAMICS</a:t>
            </a:r>
            <a:endParaRPr/>
          </a:p>
        </p:txBody>
      </p:sp>
      <p:sp>
        <p:nvSpPr>
          <p:cNvPr id="256" name="Google Shape;256;p17"/>
          <p:cNvSpPr txBox="1"/>
          <p:nvPr>
            <p:ph idx="1" type="body"/>
          </p:nvPr>
        </p:nvSpPr>
        <p:spPr>
          <a:xfrm>
            <a:off x="938758" y="1047750"/>
            <a:ext cx="7633742" cy="3886199"/>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0000"/>
              </a:lnSpc>
              <a:spcBef>
                <a:spcPts val="0"/>
              </a:spcBef>
              <a:spcAft>
                <a:spcPts val="0"/>
              </a:spcAft>
              <a:buSzPts val="2000"/>
              <a:buNone/>
            </a:pPr>
            <a:r>
              <a:rPr lang="en-US" sz="2000"/>
              <a:t>This could be written like this:</a:t>
            </a:r>
            <a:endParaRPr/>
          </a:p>
          <a:p>
            <a:pPr indent="0" lvl="0" marL="0" rtl="0" algn="l">
              <a:lnSpc>
                <a:spcPct val="110000"/>
              </a:lnSpc>
              <a:spcBef>
                <a:spcPts val="525"/>
              </a:spcBef>
              <a:spcAft>
                <a:spcPts val="0"/>
              </a:spcAft>
              <a:buSzPts val="2000"/>
              <a:buNone/>
            </a:pPr>
            <a:r>
              <a:t/>
            </a:r>
            <a:endParaRPr sz="2000"/>
          </a:p>
          <a:p>
            <a:pPr indent="0" lvl="0" marL="0" rtl="0" algn="l">
              <a:lnSpc>
                <a:spcPct val="110000"/>
              </a:lnSpc>
              <a:spcBef>
                <a:spcPts val="525"/>
              </a:spcBef>
              <a:spcAft>
                <a:spcPts val="0"/>
              </a:spcAft>
              <a:buSzPts val="2000"/>
              <a:buNone/>
            </a:pPr>
            <a:r>
              <a:rPr b="1" lang="en-US" sz="2000"/>
              <a:t>Student in class:</a:t>
            </a:r>
            <a:endParaRPr/>
          </a:p>
          <a:p>
            <a:pPr indent="0" lvl="0" marL="0" rtl="0" algn="l">
              <a:lnSpc>
                <a:spcPct val="110000"/>
              </a:lnSpc>
              <a:spcBef>
                <a:spcPts val="525"/>
              </a:spcBef>
              <a:spcAft>
                <a:spcPts val="0"/>
              </a:spcAft>
              <a:buSzPts val="2000"/>
              <a:buNone/>
            </a:pPr>
            <a:r>
              <a:rPr lang="en-US" sz="2000"/>
              <a:t>Chemical energy (food) → kinetic energy + heat energy + sound energy</a:t>
            </a:r>
            <a:endParaRPr/>
          </a:p>
          <a:p>
            <a:pPr indent="0" lvl="0" marL="0" rtl="0" algn="l">
              <a:lnSpc>
                <a:spcPct val="110000"/>
              </a:lnSpc>
              <a:spcBef>
                <a:spcPts val="525"/>
              </a:spcBef>
              <a:spcAft>
                <a:spcPts val="0"/>
              </a:spcAft>
              <a:buSzPts val="2000"/>
              <a:buNone/>
            </a:pPr>
            <a:r>
              <a:t/>
            </a:r>
            <a:endParaRPr sz="2000"/>
          </a:p>
          <a:p>
            <a:pPr indent="0" lvl="0" marL="0" rtl="0" algn="l">
              <a:lnSpc>
                <a:spcPct val="110000"/>
              </a:lnSpc>
              <a:spcBef>
                <a:spcPts val="525"/>
              </a:spcBef>
              <a:spcAft>
                <a:spcPts val="0"/>
              </a:spcAft>
              <a:buSzPts val="2000"/>
              <a:buNone/>
            </a:pPr>
            <a:r>
              <a:rPr lang="en-US" sz="2000"/>
              <a:t>We call these </a:t>
            </a:r>
            <a:r>
              <a:rPr b="1" lang="en-US" sz="2000">
                <a:solidFill>
                  <a:srgbClr val="22595A"/>
                </a:solidFill>
              </a:rPr>
              <a:t>ENERGY TRANSFORMATIONS</a:t>
            </a:r>
            <a:r>
              <a:rPr lang="en-US" sz="2000"/>
              <a:t>.</a:t>
            </a:r>
            <a:endParaRPr/>
          </a:p>
          <a:p>
            <a:pPr indent="0" lvl="0" marL="0" rtl="0" algn="l">
              <a:lnSpc>
                <a:spcPct val="110000"/>
              </a:lnSpc>
              <a:spcBef>
                <a:spcPts val="525"/>
              </a:spcBef>
              <a:spcAft>
                <a:spcPts val="0"/>
              </a:spcAft>
              <a:buSzPts val="2000"/>
              <a:buNone/>
            </a:pPr>
            <a:r>
              <a:t/>
            </a:r>
            <a:endParaRPr sz="2000"/>
          </a:p>
          <a:p>
            <a:pPr indent="0" lvl="0" marL="0" rtl="0" algn="l">
              <a:lnSpc>
                <a:spcPct val="110000"/>
              </a:lnSpc>
              <a:spcBef>
                <a:spcPts val="525"/>
              </a:spcBef>
              <a:spcAft>
                <a:spcPts val="0"/>
              </a:spcAft>
              <a:buSzPts val="2000"/>
              <a:buNone/>
            </a:pPr>
            <a:r>
              <a:rPr lang="en-US" sz="2000"/>
              <a:t>For the following slides,</a:t>
            </a:r>
            <a:endParaRPr/>
          </a:p>
          <a:p>
            <a:pPr indent="0" lvl="0" marL="0" rtl="0" algn="l">
              <a:lnSpc>
                <a:spcPct val="110000"/>
              </a:lnSpc>
              <a:spcBef>
                <a:spcPts val="525"/>
              </a:spcBef>
              <a:spcAft>
                <a:spcPts val="0"/>
              </a:spcAft>
              <a:buSzPts val="2000"/>
              <a:buNone/>
            </a:pPr>
            <a:r>
              <a:rPr lang="en-US" sz="2000"/>
              <a:t>What is the energy going in, what is the energy changing/transforming into?</a:t>
            </a:r>
            <a:endParaRPr sz="2000"/>
          </a:p>
          <a:p>
            <a:pPr indent="0" lvl="0" marL="0" rtl="0" algn="l">
              <a:lnSpc>
                <a:spcPct val="110000"/>
              </a:lnSpc>
              <a:spcBef>
                <a:spcPts val="525"/>
              </a:spcBef>
              <a:spcAft>
                <a:spcPts val="0"/>
              </a:spcAft>
              <a:buSzPts val="15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2" name="Shape 262"/>
        <p:cNvGrpSpPr/>
        <p:nvPr/>
      </p:nvGrpSpPr>
      <p:grpSpPr>
        <a:xfrm>
          <a:off x="0" y="0"/>
          <a:ext cx="0" cy="0"/>
          <a:chOff x="0" y="0"/>
          <a:chExt cx="0" cy="0"/>
        </a:xfrm>
      </p:grpSpPr>
      <p:sp>
        <p:nvSpPr>
          <p:cNvPr id="263" name="Google Shape;263;g39b1c39d1f6_0_111"/>
          <p:cNvSpPr txBox="1"/>
          <p:nvPr>
            <p:ph idx="4294967295" type="title"/>
          </p:nvPr>
        </p:nvSpPr>
        <p:spPr>
          <a:xfrm>
            <a:off x="1214300" y="40475"/>
            <a:ext cx="6881100" cy="411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B71562"/>
              </a:buClr>
              <a:buSzPts val="2800"/>
              <a:buFont typeface="Arial"/>
              <a:buNone/>
            </a:pPr>
            <a:r>
              <a:rPr b="0" i="0" lang="en-US" sz="2800" u="none" cap="none" strike="noStrike">
                <a:solidFill>
                  <a:srgbClr val="B71562"/>
                </a:solidFill>
                <a:latin typeface="Arial"/>
                <a:ea typeface="Arial"/>
                <a:cs typeface="Arial"/>
                <a:sym typeface="Arial"/>
              </a:rPr>
              <a:t>Energy transfer</a:t>
            </a:r>
            <a:endParaRPr/>
          </a:p>
        </p:txBody>
      </p:sp>
      <p:sp>
        <p:nvSpPr>
          <p:cNvPr id="264" name="Google Shape;264;g39b1c39d1f6_0_111"/>
          <p:cNvSpPr txBox="1"/>
          <p:nvPr/>
        </p:nvSpPr>
        <p:spPr>
          <a:xfrm>
            <a:off x="779925" y="452375"/>
            <a:ext cx="46767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0" i="0" lang="en-US" sz="2200" u="none" cap="none" strike="noStrike">
                <a:solidFill>
                  <a:srgbClr val="010066"/>
                </a:solidFill>
                <a:latin typeface="Arial"/>
                <a:ea typeface="Arial"/>
                <a:cs typeface="Arial"/>
                <a:sym typeface="Arial"/>
              </a:rPr>
              <a:t>When work is done, energy is transferred. That energy might be:</a:t>
            </a:r>
            <a:endParaRPr sz="2200"/>
          </a:p>
        </p:txBody>
      </p:sp>
      <p:sp>
        <p:nvSpPr>
          <p:cNvPr id="265" name="Google Shape;265;g39b1c39d1f6_0_111"/>
          <p:cNvSpPr txBox="1"/>
          <p:nvPr/>
        </p:nvSpPr>
        <p:spPr>
          <a:xfrm>
            <a:off x="358775" y="1204425"/>
            <a:ext cx="4844100" cy="1569900"/>
          </a:xfrm>
          <a:prstGeom prst="rect">
            <a:avLst/>
          </a:prstGeom>
          <a:noFill/>
          <a:ln>
            <a:noFill/>
          </a:ln>
        </p:spPr>
        <p:txBody>
          <a:bodyPr anchorCtr="0" anchor="t" bIns="45700" lIns="91425" spcFirstLastPara="1" rIns="91425" wrap="square" tIns="45700">
            <a:spAutoFit/>
          </a:bodyPr>
          <a:lstStyle/>
          <a:p>
            <a:pPr indent="-355600" lvl="0" marL="355600" marR="0" rtl="0" algn="l">
              <a:lnSpc>
                <a:spcPct val="100000"/>
              </a:lnSpc>
              <a:spcBef>
                <a:spcPts val="0"/>
              </a:spcBef>
              <a:spcAft>
                <a:spcPts val="0"/>
              </a:spcAft>
              <a:buClr>
                <a:srgbClr val="B71562"/>
              </a:buClr>
              <a:buSzPts val="1920"/>
              <a:buFont typeface="Noto Sans Symbols"/>
              <a:buChar char="●"/>
            </a:pPr>
            <a:r>
              <a:rPr b="0" i="0" lang="en-US" sz="2400" u="none" cap="none" strike="noStrike">
                <a:solidFill>
                  <a:srgbClr val="010066"/>
                </a:solidFill>
                <a:latin typeface="Arial"/>
                <a:ea typeface="Arial"/>
                <a:cs typeface="Arial"/>
                <a:sym typeface="Arial"/>
              </a:rPr>
              <a:t>gravitational potential energy – e.g. when an object changes height within a gravitational field</a:t>
            </a:r>
            <a:endParaRPr/>
          </a:p>
        </p:txBody>
      </p:sp>
      <p:sp>
        <p:nvSpPr>
          <p:cNvPr id="266" name="Google Shape;266;g39b1c39d1f6_0_111"/>
          <p:cNvSpPr txBox="1"/>
          <p:nvPr/>
        </p:nvSpPr>
        <p:spPr>
          <a:xfrm>
            <a:off x="358775" y="2655675"/>
            <a:ext cx="4844100" cy="831000"/>
          </a:xfrm>
          <a:prstGeom prst="rect">
            <a:avLst/>
          </a:prstGeom>
          <a:noFill/>
          <a:ln>
            <a:noFill/>
          </a:ln>
        </p:spPr>
        <p:txBody>
          <a:bodyPr anchorCtr="0" anchor="t" bIns="45700" lIns="91425" spcFirstLastPara="1" rIns="91425" wrap="square" tIns="45700">
            <a:spAutoFit/>
          </a:bodyPr>
          <a:lstStyle/>
          <a:p>
            <a:pPr indent="-355600" lvl="0" marL="355600" marR="0" rtl="0" algn="l">
              <a:lnSpc>
                <a:spcPct val="100000"/>
              </a:lnSpc>
              <a:spcBef>
                <a:spcPts val="0"/>
              </a:spcBef>
              <a:spcAft>
                <a:spcPts val="0"/>
              </a:spcAft>
              <a:buClr>
                <a:srgbClr val="B71562"/>
              </a:buClr>
              <a:buSzPts val="1920"/>
              <a:buFont typeface="Noto Sans Symbols"/>
              <a:buChar char="●"/>
            </a:pPr>
            <a:r>
              <a:rPr b="0" i="0" lang="en-US" sz="2400" u="none" cap="none" strike="noStrike">
                <a:solidFill>
                  <a:srgbClr val="010066"/>
                </a:solidFill>
                <a:latin typeface="Arial"/>
                <a:ea typeface="Arial"/>
                <a:cs typeface="Arial"/>
                <a:sym typeface="Arial"/>
              </a:rPr>
              <a:t>kinetic energy – e.g. when an object changes speed</a:t>
            </a:r>
            <a:endParaRPr/>
          </a:p>
        </p:txBody>
      </p:sp>
      <p:sp>
        <p:nvSpPr>
          <p:cNvPr id="267" name="Google Shape;267;g39b1c39d1f6_0_111"/>
          <p:cNvSpPr txBox="1"/>
          <p:nvPr/>
        </p:nvSpPr>
        <p:spPr>
          <a:xfrm>
            <a:off x="358775" y="3445450"/>
            <a:ext cx="4530600" cy="831000"/>
          </a:xfrm>
          <a:prstGeom prst="rect">
            <a:avLst/>
          </a:prstGeom>
          <a:noFill/>
          <a:ln>
            <a:noFill/>
          </a:ln>
        </p:spPr>
        <p:txBody>
          <a:bodyPr anchorCtr="0" anchor="t" bIns="45700" lIns="91425" spcFirstLastPara="1" rIns="91425" wrap="square" tIns="45700">
            <a:spAutoFit/>
          </a:bodyPr>
          <a:lstStyle/>
          <a:p>
            <a:pPr indent="-355600" lvl="0" marL="355600" marR="0" rtl="0" algn="l">
              <a:lnSpc>
                <a:spcPct val="100000"/>
              </a:lnSpc>
              <a:spcBef>
                <a:spcPts val="0"/>
              </a:spcBef>
              <a:spcAft>
                <a:spcPts val="0"/>
              </a:spcAft>
              <a:buClr>
                <a:srgbClr val="B71562"/>
              </a:buClr>
              <a:buSzPts val="1920"/>
              <a:buFont typeface="Noto Sans Symbols"/>
              <a:buChar char="●"/>
            </a:pPr>
            <a:r>
              <a:rPr b="0" i="0" lang="en-US" sz="2400" u="none" cap="none" strike="noStrike">
                <a:solidFill>
                  <a:srgbClr val="010066"/>
                </a:solidFill>
                <a:latin typeface="Arial"/>
                <a:ea typeface="Arial"/>
                <a:cs typeface="Arial"/>
                <a:sym typeface="Arial"/>
              </a:rPr>
              <a:t>light energy – e.g. when a light bulb is switched on</a:t>
            </a:r>
            <a:endParaRPr/>
          </a:p>
        </p:txBody>
      </p:sp>
      <p:sp>
        <p:nvSpPr>
          <p:cNvPr id="268" name="Google Shape;268;g39b1c39d1f6_0_111"/>
          <p:cNvSpPr txBox="1"/>
          <p:nvPr/>
        </p:nvSpPr>
        <p:spPr>
          <a:xfrm>
            <a:off x="358775" y="4185875"/>
            <a:ext cx="4429200" cy="831000"/>
          </a:xfrm>
          <a:prstGeom prst="rect">
            <a:avLst/>
          </a:prstGeom>
          <a:noFill/>
          <a:ln>
            <a:noFill/>
          </a:ln>
        </p:spPr>
        <p:txBody>
          <a:bodyPr anchorCtr="0" anchor="t" bIns="45700" lIns="91425" spcFirstLastPara="1" rIns="91425" wrap="square" tIns="45700">
            <a:spAutoFit/>
          </a:bodyPr>
          <a:lstStyle/>
          <a:p>
            <a:pPr indent="-355600" lvl="0" marL="355600" marR="0" rtl="0" algn="l">
              <a:lnSpc>
                <a:spcPct val="100000"/>
              </a:lnSpc>
              <a:spcBef>
                <a:spcPts val="0"/>
              </a:spcBef>
              <a:spcAft>
                <a:spcPts val="0"/>
              </a:spcAft>
              <a:buClr>
                <a:srgbClr val="B71562"/>
              </a:buClr>
              <a:buSzPts val="1920"/>
              <a:buFont typeface="Noto Sans Symbols"/>
              <a:buChar char="●"/>
            </a:pPr>
            <a:r>
              <a:rPr b="0" i="0" lang="en-US" sz="2400" u="none" cap="none" strike="noStrike">
                <a:solidFill>
                  <a:srgbClr val="010066"/>
                </a:solidFill>
                <a:latin typeface="Arial"/>
                <a:ea typeface="Arial"/>
                <a:cs typeface="Arial"/>
                <a:sym typeface="Arial"/>
              </a:rPr>
              <a:t>heat and sound – e.g. when a car brakes sharply.</a:t>
            </a:r>
            <a:endParaRPr/>
          </a:p>
        </p:txBody>
      </p:sp>
      <p:pic>
        <p:nvPicPr>
          <p:cNvPr descr="forward_arrow_colour" id="269" name="Google Shape;269;g39b1c39d1f6_0_111"/>
          <p:cNvPicPr preferRelativeResize="0"/>
          <p:nvPr/>
        </p:nvPicPr>
        <p:blipFill rotWithShape="1">
          <a:blip r:embed="rId3">
            <a:alphaModFix/>
          </a:blip>
          <a:srcRect b="0" l="0" r="0" t="0"/>
          <a:stretch/>
        </p:blipFill>
        <p:spPr>
          <a:xfrm>
            <a:off x="8447087" y="4625578"/>
            <a:ext cx="472678" cy="431006"/>
          </a:xfrm>
          <a:prstGeom prst="rect">
            <a:avLst/>
          </a:prstGeom>
          <a:noFill/>
          <a:ln>
            <a:noFill/>
          </a:ln>
        </p:spPr>
      </p:pic>
      <p:pic>
        <p:nvPicPr>
          <p:cNvPr descr="notes_icon" id="270" name="Google Shape;270;g39b1c39d1f6_0_111"/>
          <p:cNvPicPr preferRelativeResize="0"/>
          <p:nvPr/>
        </p:nvPicPr>
        <p:blipFill rotWithShape="1">
          <a:blip r:embed="rId4">
            <a:alphaModFix/>
          </a:blip>
          <a:srcRect b="0" l="0" r="0" t="0"/>
          <a:stretch/>
        </p:blipFill>
        <p:spPr>
          <a:xfrm>
            <a:off x="7443787" y="113109"/>
            <a:ext cx="332184" cy="290513"/>
          </a:xfrm>
          <a:prstGeom prst="rect">
            <a:avLst/>
          </a:prstGeom>
          <a:noFill/>
          <a:ln>
            <a:noFill/>
          </a:ln>
        </p:spPr>
      </p:pic>
      <p:pic>
        <p:nvPicPr>
          <p:cNvPr descr="shuttle" id="271" name="Google Shape;271;g39b1c39d1f6_0_111"/>
          <p:cNvPicPr preferRelativeResize="0"/>
          <p:nvPr/>
        </p:nvPicPr>
        <p:blipFill rotWithShape="1">
          <a:blip r:embed="rId5">
            <a:alphaModFix/>
          </a:blip>
          <a:srcRect b="0" l="0" r="0" t="0"/>
          <a:stretch/>
        </p:blipFill>
        <p:spPr>
          <a:xfrm>
            <a:off x="5615676" y="967501"/>
            <a:ext cx="2400400" cy="35973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par>
                                <p:cTn fill="hold" nodeType="with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8"/>
          <p:cNvSpPr txBox="1"/>
          <p:nvPr>
            <p:ph idx="1" type="body"/>
          </p:nvPr>
        </p:nvSpPr>
        <p:spPr>
          <a:xfrm>
            <a:off x="838200" y="514350"/>
            <a:ext cx="4343400" cy="44196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400"/>
              <a:buNone/>
            </a:pPr>
            <a:r>
              <a:rPr b="1" lang="en-US" sz="2400"/>
              <a:t>Electrical energy </a:t>
            </a:r>
            <a:endParaRPr/>
          </a:p>
          <a:p>
            <a:pPr indent="0" lvl="0" marL="0" rtl="0" algn="l">
              <a:lnSpc>
                <a:spcPct val="110000"/>
              </a:lnSpc>
              <a:spcBef>
                <a:spcPts val="525"/>
              </a:spcBef>
              <a:spcAft>
                <a:spcPts val="0"/>
              </a:spcAft>
              <a:buSzPts val="2400"/>
              <a:buNone/>
            </a:pPr>
            <a:r>
              <a:rPr lang="en-US" sz="2000"/>
              <a:t>→</a:t>
            </a:r>
            <a:r>
              <a:rPr b="1" lang="en-US" sz="2400"/>
              <a:t> kinetic energy </a:t>
            </a:r>
            <a:endParaRPr/>
          </a:p>
          <a:p>
            <a:pPr indent="0" lvl="0" marL="0" rtl="0" algn="l">
              <a:lnSpc>
                <a:spcPct val="110000"/>
              </a:lnSpc>
              <a:spcBef>
                <a:spcPts val="525"/>
              </a:spcBef>
              <a:spcAft>
                <a:spcPts val="0"/>
              </a:spcAft>
              <a:buSzPts val="2400"/>
              <a:buNone/>
            </a:pPr>
            <a:r>
              <a:rPr b="1" lang="en-US" sz="2400"/>
              <a:t>(+ heat energy </a:t>
            </a:r>
            <a:endParaRPr/>
          </a:p>
          <a:p>
            <a:pPr indent="0" lvl="0" marL="0" rtl="0" algn="l">
              <a:lnSpc>
                <a:spcPct val="110000"/>
              </a:lnSpc>
              <a:spcBef>
                <a:spcPts val="525"/>
              </a:spcBef>
              <a:spcAft>
                <a:spcPts val="0"/>
              </a:spcAft>
              <a:buSzPts val="2400"/>
              <a:buNone/>
            </a:pPr>
            <a:r>
              <a:rPr b="1" lang="en-US" sz="2400"/>
              <a:t>+ sound energy)</a:t>
            </a:r>
            <a:endParaRPr b="1" sz="2400"/>
          </a:p>
        </p:txBody>
      </p:sp>
      <p:pic>
        <p:nvPicPr>
          <p:cNvPr descr="http://www.o-digital.com/uploads/2227/2272-1/Electrical_Fan_KF_10F_253.jpg" id="277" name="Google Shape;277;p18"/>
          <p:cNvPicPr preferRelativeResize="0"/>
          <p:nvPr/>
        </p:nvPicPr>
        <p:blipFill rotWithShape="1">
          <a:blip r:embed="rId3">
            <a:alphaModFix/>
          </a:blip>
          <a:srcRect b="0" l="0" r="0" t="0"/>
          <a:stretch/>
        </p:blipFill>
        <p:spPr>
          <a:xfrm>
            <a:off x="5486400" y="133350"/>
            <a:ext cx="3486150" cy="4762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9"/>
          <p:cNvSpPr txBox="1"/>
          <p:nvPr>
            <p:ph idx="1" type="body"/>
          </p:nvPr>
        </p:nvSpPr>
        <p:spPr>
          <a:xfrm>
            <a:off x="1066800" y="3333750"/>
            <a:ext cx="7391400" cy="16002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400"/>
              <a:buNone/>
            </a:pPr>
            <a:r>
              <a:rPr b="1" lang="en-US" sz="2400"/>
              <a:t>Electrical energy </a:t>
            </a:r>
            <a:r>
              <a:rPr lang="en-US" sz="2000"/>
              <a:t>→</a:t>
            </a:r>
            <a:r>
              <a:rPr b="1" lang="en-US" sz="2400"/>
              <a:t> light energy (+ heat energy)</a:t>
            </a:r>
            <a:endParaRPr b="1" sz="2400"/>
          </a:p>
        </p:txBody>
      </p:sp>
      <p:pic>
        <p:nvPicPr>
          <p:cNvPr id="283" name="Google Shape;283;p19"/>
          <p:cNvPicPr preferRelativeResize="0"/>
          <p:nvPr/>
        </p:nvPicPr>
        <p:blipFill rotWithShape="1">
          <a:blip r:embed="rId3">
            <a:alphaModFix/>
          </a:blip>
          <a:srcRect b="0" l="0" r="0" t="0"/>
          <a:stretch/>
        </p:blipFill>
        <p:spPr>
          <a:xfrm>
            <a:off x="3080094" y="133350"/>
            <a:ext cx="2330106" cy="32791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0"/>
          <p:cNvSpPr txBox="1"/>
          <p:nvPr>
            <p:ph idx="1" type="body"/>
          </p:nvPr>
        </p:nvSpPr>
        <p:spPr>
          <a:xfrm>
            <a:off x="762000" y="514350"/>
            <a:ext cx="4419600" cy="44196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400"/>
              <a:buNone/>
            </a:pPr>
            <a:r>
              <a:rPr b="1" lang="en-US" sz="2400"/>
              <a:t>(kinetic energy) </a:t>
            </a:r>
            <a:r>
              <a:rPr lang="en-US" sz="2000"/>
              <a:t>→</a:t>
            </a:r>
            <a:r>
              <a:rPr b="1" lang="en-US" sz="2400"/>
              <a:t> Elastic potential energy </a:t>
            </a:r>
            <a:r>
              <a:rPr lang="en-US" sz="2000"/>
              <a:t>→</a:t>
            </a:r>
            <a:r>
              <a:rPr b="1" lang="en-US" sz="2400"/>
              <a:t> kinetic energy </a:t>
            </a:r>
            <a:endParaRPr/>
          </a:p>
          <a:p>
            <a:pPr indent="0" lvl="0" marL="0" rtl="0" algn="l">
              <a:lnSpc>
                <a:spcPct val="110000"/>
              </a:lnSpc>
              <a:spcBef>
                <a:spcPts val="525"/>
              </a:spcBef>
              <a:spcAft>
                <a:spcPts val="0"/>
              </a:spcAft>
              <a:buSzPts val="2400"/>
              <a:buNone/>
            </a:pPr>
            <a:r>
              <a:rPr b="1" lang="en-US" sz="2400"/>
              <a:t>(+ heat energy + sound energy)</a:t>
            </a:r>
            <a:endParaRPr b="1" sz="2400"/>
          </a:p>
        </p:txBody>
      </p:sp>
      <p:pic>
        <p:nvPicPr>
          <p:cNvPr id="289" name="Google Shape;289;p20"/>
          <p:cNvPicPr preferRelativeResize="0"/>
          <p:nvPr/>
        </p:nvPicPr>
        <p:blipFill rotWithShape="1">
          <a:blip r:embed="rId3">
            <a:alphaModFix/>
          </a:blip>
          <a:srcRect b="0" l="0" r="0" t="0"/>
          <a:stretch/>
        </p:blipFill>
        <p:spPr>
          <a:xfrm>
            <a:off x="5029200" y="1047750"/>
            <a:ext cx="3532341" cy="3609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1"/>
          <p:cNvSpPr txBox="1"/>
          <p:nvPr>
            <p:ph type="title"/>
          </p:nvPr>
        </p:nvSpPr>
        <p:spPr>
          <a:xfrm>
            <a:off x="938758" y="286789"/>
            <a:ext cx="7633742" cy="111909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800"/>
              <a:buFont typeface="Impact"/>
              <a:buNone/>
            </a:pPr>
            <a:r>
              <a:rPr lang="en-US"/>
              <a:t>NOW YOUR TURN!</a:t>
            </a:r>
            <a:endParaRPr/>
          </a:p>
        </p:txBody>
      </p:sp>
      <p:sp>
        <p:nvSpPr>
          <p:cNvPr id="295" name="Google Shape;295;p21"/>
          <p:cNvSpPr txBox="1"/>
          <p:nvPr>
            <p:ph idx="1" type="body"/>
          </p:nvPr>
        </p:nvSpPr>
        <p:spPr>
          <a:xfrm>
            <a:off x="838200" y="1200150"/>
            <a:ext cx="7633742" cy="35052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SzPts val="2400"/>
              <a:buNone/>
            </a:pPr>
            <a:r>
              <a:rPr lang="en-US" sz="2400"/>
              <a:t>For the following energy changes,</a:t>
            </a:r>
            <a:endParaRPr/>
          </a:p>
          <a:p>
            <a:pPr indent="0" lvl="0" marL="0" rtl="0" algn="l">
              <a:lnSpc>
                <a:spcPct val="110000"/>
              </a:lnSpc>
              <a:spcBef>
                <a:spcPts val="525"/>
              </a:spcBef>
              <a:spcAft>
                <a:spcPts val="0"/>
              </a:spcAft>
              <a:buSzPts val="2400"/>
              <a:buNone/>
            </a:pPr>
            <a:r>
              <a:rPr lang="en-US" sz="2400"/>
              <a:t>Think of a new object or situation which has this energy change.</a:t>
            </a:r>
            <a:endParaRPr/>
          </a:p>
          <a:p>
            <a:pPr indent="0" lvl="0" marL="0" rtl="0" algn="l">
              <a:lnSpc>
                <a:spcPct val="110000"/>
              </a:lnSpc>
              <a:spcBef>
                <a:spcPts val="525"/>
              </a:spcBef>
              <a:spcAft>
                <a:spcPts val="0"/>
              </a:spcAft>
              <a:buSzPts val="2400"/>
              <a:buNone/>
            </a:pPr>
            <a:r>
              <a:t/>
            </a:r>
            <a:endParaRPr sz="2400"/>
          </a:p>
          <a:p>
            <a:pPr indent="0" lvl="0" marL="0" rtl="0" algn="l">
              <a:lnSpc>
                <a:spcPct val="110000"/>
              </a:lnSpc>
              <a:spcBef>
                <a:spcPts val="525"/>
              </a:spcBef>
              <a:spcAft>
                <a:spcPts val="0"/>
              </a:spcAft>
              <a:buSzPts val="2400"/>
              <a:buNone/>
            </a:pPr>
            <a:r>
              <a:rPr lang="en-US" sz="2400"/>
              <a:t>e.g.</a:t>
            </a:r>
            <a:endParaRPr/>
          </a:p>
          <a:p>
            <a:pPr indent="0" lvl="0" marL="0" rtl="0" algn="l">
              <a:lnSpc>
                <a:spcPct val="110000"/>
              </a:lnSpc>
              <a:spcBef>
                <a:spcPts val="525"/>
              </a:spcBef>
              <a:spcAft>
                <a:spcPts val="0"/>
              </a:spcAft>
              <a:buSzPts val="2400"/>
              <a:buNone/>
            </a:pPr>
            <a:r>
              <a:rPr lang="en-US" sz="2400"/>
              <a:t>Q: CHEMICAL ENERGY </a:t>
            </a:r>
            <a:r>
              <a:rPr lang="en-US" sz="2000"/>
              <a:t>→</a:t>
            </a:r>
            <a:r>
              <a:rPr lang="en-US" sz="2400"/>
              <a:t> HEAT ENERGY </a:t>
            </a:r>
            <a:endParaRPr/>
          </a:p>
          <a:p>
            <a:pPr indent="0" lvl="0" marL="0" rtl="0" algn="l">
              <a:lnSpc>
                <a:spcPct val="110000"/>
              </a:lnSpc>
              <a:spcBef>
                <a:spcPts val="525"/>
              </a:spcBef>
              <a:spcAft>
                <a:spcPts val="0"/>
              </a:spcAft>
              <a:buSzPts val="2400"/>
              <a:buNone/>
            </a:pPr>
            <a:r>
              <a:rPr lang="en-US" sz="2400"/>
              <a:t>A: You!</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2"/>
          <p:cNvSpPr txBox="1"/>
          <p:nvPr>
            <p:ph idx="1" type="body"/>
          </p:nvPr>
        </p:nvSpPr>
        <p:spPr>
          <a:xfrm>
            <a:off x="1066800" y="438150"/>
            <a:ext cx="7633742" cy="552449"/>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0000"/>
              </a:lnSpc>
              <a:spcBef>
                <a:spcPts val="0"/>
              </a:spcBef>
              <a:spcAft>
                <a:spcPts val="0"/>
              </a:spcAft>
              <a:buSzPts val="3200"/>
              <a:buNone/>
            </a:pPr>
            <a:r>
              <a:rPr lang="en-US" sz="3200"/>
              <a:t>Light energy </a:t>
            </a:r>
            <a:r>
              <a:rPr lang="en-US" sz="2000"/>
              <a:t>→</a:t>
            </a:r>
            <a:r>
              <a:rPr lang="en-US" sz="3200"/>
              <a:t> electrical energy</a:t>
            </a:r>
            <a:endParaRPr/>
          </a:p>
        </p:txBody>
      </p:sp>
      <p:pic>
        <p:nvPicPr>
          <p:cNvPr id="301" name="Google Shape;301;p22"/>
          <p:cNvPicPr preferRelativeResize="0"/>
          <p:nvPr/>
        </p:nvPicPr>
        <p:blipFill rotWithShape="1">
          <a:blip r:embed="rId3">
            <a:alphaModFix/>
          </a:blip>
          <a:srcRect b="0" l="0" r="0" t="0"/>
          <a:stretch/>
        </p:blipFill>
        <p:spPr>
          <a:xfrm>
            <a:off x="2057400" y="1733550"/>
            <a:ext cx="4676775" cy="278785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1000"/>
                                        <p:tgtEl>
                                          <p:spTgt spid="3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3"/>
          <p:cNvSpPr txBox="1"/>
          <p:nvPr>
            <p:ph idx="1" type="body"/>
          </p:nvPr>
        </p:nvSpPr>
        <p:spPr>
          <a:xfrm>
            <a:off x="990600" y="514350"/>
            <a:ext cx="7633742" cy="857249"/>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000"/>
              <a:buNone/>
            </a:pPr>
            <a:r>
              <a:rPr lang="en-US" sz="2000"/>
              <a:t>Chemical energy → Kinetic energy → gravitational potential energy</a:t>
            </a:r>
            <a:endParaRPr/>
          </a:p>
        </p:txBody>
      </p:sp>
      <p:pic>
        <p:nvPicPr>
          <p:cNvPr id="307" name="Google Shape;307;p23"/>
          <p:cNvPicPr preferRelativeResize="0"/>
          <p:nvPr/>
        </p:nvPicPr>
        <p:blipFill rotWithShape="1">
          <a:blip r:embed="rId3">
            <a:alphaModFix/>
          </a:blip>
          <a:srcRect b="0" l="0" r="0" t="0"/>
          <a:stretch/>
        </p:blipFill>
        <p:spPr>
          <a:xfrm>
            <a:off x="2286000" y="1339411"/>
            <a:ext cx="3133725" cy="3657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4"/>
          <p:cNvSpPr txBox="1"/>
          <p:nvPr>
            <p:ph idx="1" type="body"/>
          </p:nvPr>
        </p:nvSpPr>
        <p:spPr>
          <a:xfrm>
            <a:off x="793229" y="438150"/>
            <a:ext cx="7633742" cy="552449"/>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400"/>
              <a:buNone/>
            </a:pPr>
            <a:r>
              <a:rPr lang="en-US" sz="2400"/>
              <a:t>Light energy </a:t>
            </a:r>
            <a:r>
              <a:rPr lang="en-US" sz="2000"/>
              <a:t>→</a:t>
            </a:r>
            <a:r>
              <a:rPr lang="en-US" sz="2400"/>
              <a:t> chemical energy</a:t>
            </a:r>
            <a:endParaRPr/>
          </a:p>
        </p:txBody>
      </p:sp>
      <p:pic>
        <p:nvPicPr>
          <p:cNvPr id="313" name="Google Shape;313;p24"/>
          <p:cNvPicPr preferRelativeResize="0"/>
          <p:nvPr/>
        </p:nvPicPr>
        <p:blipFill rotWithShape="1">
          <a:blip r:embed="rId3">
            <a:alphaModFix/>
          </a:blip>
          <a:srcRect b="0" l="0" r="0" t="0"/>
          <a:stretch/>
        </p:blipFill>
        <p:spPr>
          <a:xfrm>
            <a:off x="1547812" y="1552575"/>
            <a:ext cx="6124575" cy="3305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5"/>
          <p:cNvSpPr txBox="1"/>
          <p:nvPr>
            <p:ph idx="1" type="body"/>
          </p:nvPr>
        </p:nvSpPr>
        <p:spPr>
          <a:xfrm>
            <a:off x="1143000" y="514351"/>
            <a:ext cx="7633742" cy="6858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000"/>
              <a:buNone/>
            </a:pPr>
            <a:r>
              <a:rPr lang="en-US" sz="2000"/>
              <a:t>Chemical energy → heat energy → kinetic energy → electrical energy</a:t>
            </a:r>
            <a:endParaRPr/>
          </a:p>
        </p:txBody>
      </p:sp>
      <p:pic>
        <p:nvPicPr>
          <p:cNvPr id="319" name="Google Shape;319;p25"/>
          <p:cNvPicPr preferRelativeResize="0"/>
          <p:nvPr/>
        </p:nvPicPr>
        <p:blipFill rotWithShape="1">
          <a:blip r:embed="rId3">
            <a:alphaModFix/>
          </a:blip>
          <a:srcRect b="0" l="0" r="0" t="0"/>
          <a:stretch/>
        </p:blipFill>
        <p:spPr>
          <a:xfrm>
            <a:off x="1143000" y="1173481"/>
            <a:ext cx="6543675" cy="3838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6"/>
          <p:cNvSpPr txBox="1"/>
          <p:nvPr>
            <p:ph idx="1" type="body"/>
          </p:nvPr>
        </p:nvSpPr>
        <p:spPr>
          <a:xfrm>
            <a:off x="762000" y="514350"/>
            <a:ext cx="7786142" cy="704849"/>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400"/>
              <a:buNone/>
            </a:pPr>
            <a:r>
              <a:rPr lang="en-US" sz="2400"/>
              <a:t>Chemical energy </a:t>
            </a:r>
            <a:r>
              <a:rPr lang="en-US" sz="2000"/>
              <a:t>→</a:t>
            </a:r>
            <a:r>
              <a:rPr lang="en-US" sz="2400"/>
              <a:t> electrical energy </a:t>
            </a:r>
            <a:r>
              <a:rPr lang="en-US" sz="2000"/>
              <a:t>→</a:t>
            </a:r>
            <a:r>
              <a:rPr lang="en-US" sz="2400"/>
              <a:t> sound + light energy</a:t>
            </a:r>
            <a:endParaRPr/>
          </a:p>
        </p:txBody>
      </p:sp>
      <p:pic>
        <p:nvPicPr>
          <p:cNvPr id="325" name="Google Shape;325;p26"/>
          <p:cNvPicPr preferRelativeResize="0"/>
          <p:nvPr/>
        </p:nvPicPr>
        <p:blipFill rotWithShape="1">
          <a:blip r:embed="rId3">
            <a:alphaModFix/>
          </a:blip>
          <a:srcRect b="0" l="0" r="0" t="0"/>
          <a:stretch/>
        </p:blipFill>
        <p:spPr>
          <a:xfrm>
            <a:off x="6172200" y="1352550"/>
            <a:ext cx="1876425" cy="3743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g39d229c1d1a_0_14"/>
          <p:cNvSpPr txBox="1"/>
          <p:nvPr>
            <p:ph type="title"/>
          </p:nvPr>
        </p:nvSpPr>
        <p:spPr>
          <a:xfrm>
            <a:off x="938758" y="286789"/>
            <a:ext cx="7633800" cy="1119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Activity: Skate Park Basics</a:t>
            </a:r>
            <a:endParaRPr/>
          </a:p>
        </p:txBody>
      </p:sp>
      <p:sp>
        <p:nvSpPr>
          <p:cNvPr id="332" name="Google Shape;332;g39d229c1d1a_0_14"/>
          <p:cNvSpPr txBox="1"/>
          <p:nvPr>
            <p:ph idx="1" type="body"/>
          </p:nvPr>
        </p:nvSpPr>
        <p:spPr>
          <a:xfrm>
            <a:off x="938758" y="1714501"/>
            <a:ext cx="7633800" cy="2695200"/>
          </a:xfrm>
          <a:prstGeom prst="rect">
            <a:avLst/>
          </a:prstGeom>
        </p:spPr>
        <p:txBody>
          <a:bodyPr anchorCtr="0" anchor="t" bIns="45700" lIns="91425" spcFirstLastPara="1" rIns="91425" wrap="square" tIns="45700">
            <a:normAutofit/>
          </a:bodyPr>
          <a:lstStyle/>
          <a:p>
            <a:pPr indent="0" lvl="0" marL="0" rtl="0" algn="l">
              <a:spcBef>
                <a:spcPts val="525"/>
              </a:spcBef>
              <a:spcAft>
                <a:spcPts val="0"/>
              </a:spcAft>
              <a:buNone/>
            </a:pPr>
            <a:r>
              <a:rPr lang="en-US"/>
              <a:t>Use the </a:t>
            </a:r>
            <a:r>
              <a:rPr lang="en-US">
                <a:solidFill>
                  <a:schemeClr val="dk2"/>
                </a:solidFill>
              </a:rPr>
              <a:t>PhET Simulation - </a:t>
            </a:r>
            <a:r>
              <a:rPr lang="en-US" u="sng">
                <a:solidFill>
                  <a:schemeClr val="hlink"/>
                </a:solidFill>
                <a:hlinkClick r:id="rId3"/>
              </a:rPr>
              <a:t>Skate Park Basics</a:t>
            </a:r>
            <a:r>
              <a:rPr lang="en-US"/>
              <a:t> to complete the </a:t>
            </a:r>
            <a:r>
              <a:rPr b="1" lang="en-US"/>
              <a:t>interactive activity</a:t>
            </a:r>
            <a:r>
              <a:rPr lang="en-US"/>
              <a:t>.</a:t>
            </a:r>
            <a:endParaRPr/>
          </a:p>
        </p:txBody>
      </p:sp>
      <p:pic>
        <p:nvPicPr>
          <p:cNvPr id="333" name="Google Shape;333;g39d229c1d1a_0_14"/>
          <p:cNvPicPr preferRelativeResize="0"/>
          <p:nvPr/>
        </p:nvPicPr>
        <p:blipFill>
          <a:blip r:embed="rId4">
            <a:alphaModFix/>
          </a:blip>
          <a:stretch>
            <a:fillRect/>
          </a:stretch>
        </p:blipFill>
        <p:spPr>
          <a:xfrm>
            <a:off x="2336825" y="2254150"/>
            <a:ext cx="4837652" cy="26951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adge">
  <a:themeElements>
    <a:clrScheme name="Custom 1">
      <a:dk1>
        <a:srgbClr val="000000"/>
      </a:dk1>
      <a:lt1>
        <a:srgbClr val="FFFFFF"/>
      </a:lt1>
      <a:dk2>
        <a:srgbClr val="22595A"/>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adge">
  <a:themeElements>
    <a:clrScheme name="Custom 1">
      <a:dk1>
        <a:srgbClr val="000000"/>
      </a:dk1>
      <a:lt1>
        <a:srgbClr val="FFFFFF"/>
      </a:lt1>
      <a:dk2>
        <a:srgbClr val="22595A"/>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David Benton</dc:creator>
</cp:coreProperties>
</file>