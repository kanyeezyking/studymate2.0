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9601200" cx="128016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W85cN6LHLN48xgskWXsPsR76O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960120" y="1571308"/>
            <a:ext cx="10881360" cy="3342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Calibri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600200" y="5042853"/>
            <a:ext cx="9601200" cy="2318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59"/>
            </a:lvl1pPr>
            <a:lvl2pPr lvl="1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3pPr>
            <a:lvl4pPr lvl="3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4pPr>
            <a:lvl5pPr lvl="4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5pPr>
            <a:lvl6pPr lvl="5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8pPr>
            <a:lvl9pPr lvl="8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73443" y="2393635"/>
            <a:ext cx="11041380" cy="39938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Calibri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73443" y="6425250"/>
            <a:ext cx="11041380" cy="210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sz="3359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 sz="252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2240"/>
              <a:buNone/>
              <a:defRPr sz="224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80110" y="2555875"/>
            <a:ext cx="5440680" cy="609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480810" y="2555875"/>
            <a:ext cx="5440680" cy="609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81777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81779" y="2353628"/>
            <a:ext cx="5415676" cy="11534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59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b="1" sz="252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81779" y="3507105"/>
            <a:ext cx="5415676" cy="515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480811" y="2353628"/>
            <a:ext cx="5442347" cy="11534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59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b="1" sz="2520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b="1" sz="224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480811" y="3507105"/>
            <a:ext cx="5442347" cy="515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Calibri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442347" y="1382397"/>
            <a:ext cx="6480810" cy="682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308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480"/>
              <a:buChar char="•"/>
              <a:defRPr sz="4480"/>
            </a:lvl1pPr>
            <a:lvl2pPr indent="-477519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920"/>
              <a:buChar char="•"/>
              <a:defRPr sz="3920"/>
            </a:lvl2pPr>
            <a:lvl3pPr indent="-44196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3pPr>
            <a:lvl4pPr indent="-4064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4pPr>
            <a:lvl5pPr indent="-4064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5pPr>
            <a:lvl6pPr indent="-4064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6pPr>
            <a:lvl7pPr indent="-4064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7pPr>
            <a:lvl8pPr indent="-4064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8pPr>
            <a:lvl9pPr indent="-4064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  <a:defRPr sz="196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Font typeface="Calibri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442347" y="1382397"/>
            <a:ext cx="6480810" cy="682307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  <a:defRPr sz="2240"/>
            </a:lvl1pPr>
            <a:lvl2pPr indent="-2286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60"/>
              <a:buNone/>
              <a:defRPr sz="1960"/>
            </a:lvl2pPr>
            <a:lvl3pPr indent="-2286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3pPr>
            <a:lvl4pPr indent="-2286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354864" y="81122"/>
            <a:ext cx="6091873" cy="1104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6473032" y="3199289"/>
            <a:ext cx="8136573" cy="2760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872332" y="518954"/>
            <a:ext cx="8136573" cy="8121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60"/>
              <a:buFont typeface="Calibri"/>
              <a:buNone/>
              <a:defRPr b="0" i="0" sz="6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519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920"/>
              <a:buFont typeface="Arial"/>
              <a:buChar char="•"/>
              <a:defRPr b="0" i="0" sz="39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41960" lvl="1" marL="9144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b="0" i="0" sz="33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8619" lvl="3" marL="18288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b="0" i="0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8620" lvl="4" marL="22860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b="0" i="0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8620" lvl="5" marL="2743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b="0" i="0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8620" lvl="6" marL="32004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b="0" i="0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8620" lvl="7" marL="36576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b="0" i="0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8620" lvl="8" marL="41148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b="0" i="0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7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682625" y="2044700"/>
            <a:ext cx="11436350" cy="2565400"/>
            <a:chOff x="984250" y="1435100"/>
            <a:chExt cx="10445750" cy="2565400"/>
          </a:xfrm>
        </p:grpSpPr>
        <p:pic>
          <p:nvPicPr>
            <p:cNvPr descr="Picture" id="85" name="Google Shape;85;p1"/>
            <p:cNvPicPr preferRelativeResize="0"/>
            <p:nvPr/>
          </p:nvPicPr>
          <p:blipFill rotWithShape="1">
            <a:blip r:embed="rId3">
              <a:alphaModFix/>
            </a:blip>
            <a:srcRect b="42790" l="0" r="0" t="6723"/>
            <a:stretch/>
          </p:blipFill>
          <p:spPr>
            <a:xfrm>
              <a:off x="984250" y="1435100"/>
              <a:ext cx="10445750" cy="2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" id="86" name="Google Shape;86;p1"/>
            <p:cNvPicPr preferRelativeResize="0"/>
            <p:nvPr/>
          </p:nvPicPr>
          <p:blipFill rotWithShape="1">
            <a:blip r:embed="rId3">
              <a:alphaModFix/>
            </a:blip>
            <a:srcRect b="18080" l="54862" r="36188" t="77432"/>
            <a:stretch/>
          </p:blipFill>
          <p:spPr>
            <a:xfrm>
              <a:off x="6692900" y="3771900"/>
              <a:ext cx="10287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" name="Google Shape;87;p1"/>
          <p:cNvSpPr/>
          <p:nvPr/>
        </p:nvSpPr>
        <p:spPr>
          <a:xfrm>
            <a:off x="2532888" y="1133474"/>
            <a:ext cx="8220456" cy="377825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4" marL="1828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Increasing: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2532888" y="650874"/>
            <a:ext cx="8220456" cy="37782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4" marL="1828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Increasing: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2532888" y="1589087"/>
            <a:ext cx="8220456" cy="377825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4" marL="1828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Decreasing: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0" y="155448"/>
            <a:ext cx="2459736" cy="1746504"/>
          </a:xfrm>
          <a:prstGeom prst="rect">
            <a:avLst/>
          </a:prstGeom>
          <a:noFill/>
          <a:ln cap="flat" cmpd="sng" w="1905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Short λ  = ___________ energy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Short λ  = ___________ frequency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High </a:t>
            </a:r>
            <a:r>
              <a:rPr lang="en-US" sz="120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2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  	 = ___________ energy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8562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λ = </a:t>
            </a:r>
            <a:r>
              <a:rPr b="1" lang="en-US" sz="120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lang="en-US" sz="12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r>
              <a:rPr b="1" lang="en-US" sz="120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λ  = wavelength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12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= velocity/speed of wave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12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= frequency of wave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4195909" y="0"/>
            <a:ext cx="57869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cap="non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Electromagnetic Spectrum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51615" y="4786946"/>
            <a:ext cx="1591056" cy="46451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it / explanation: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harm to living things: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2007189" y="4800600"/>
            <a:ext cx="1591056" cy="46451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it / explanation: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harm to living things: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876156" y="4789357"/>
            <a:ext cx="1591056" cy="46451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it / explanation: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harm to living things: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5719618" y="4782312"/>
            <a:ext cx="1591056" cy="46451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it / explanation: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harm to living things: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7508794" y="4781550"/>
            <a:ext cx="1591056" cy="46451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it / explanation: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harm to living things: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9353054" y="4781550"/>
            <a:ext cx="1591056" cy="46451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it / explanation: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harm to living things: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11156280" y="4781550"/>
            <a:ext cx="1591056" cy="46451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it / explanation: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harm to living things:</a:t>
            </a:r>
            <a:endParaRPr/>
          </a:p>
        </p:txBody>
      </p:sp>
      <p:cxnSp>
        <p:nvCxnSpPr>
          <p:cNvPr id="99" name="Google Shape;99;p1"/>
          <p:cNvCxnSpPr>
            <a:endCxn id="92" idx="0"/>
          </p:cNvCxnSpPr>
          <p:nvPr/>
        </p:nvCxnSpPr>
        <p:spPr>
          <a:xfrm flipH="1">
            <a:off x="947143" y="4367846"/>
            <a:ext cx="795600" cy="419100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" name="Google Shape;100;p1"/>
          <p:cNvCxnSpPr>
            <a:endCxn id="93" idx="0"/>
          </p:cNvCxnSpPr>
          <p:nvPr/>
        </p:nvCxnSpPr>
        <p:spPr>
          <a:xfrm flipH="1">
            <a:off x="2802717" y="4381500"/>
            <a:ext cx="1200900" cy="419100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" name="Google Shape;101;p1"/>
          <p:cNvCxnSpPr>
            <a:endCxn id="94" idx="0"/>
          </p:cNvCxnSpPr>
          <p:nvPr/>
        </p:nvCxnSpPr>
        <p:spPr>
          <a:xfrm flipH="1">
            <a:off x="4671684" y="4370257"/>
            <a:ext cx="1258800" cy="419100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2" name="Google Shape;102;p1"/>
          <p:cNvCxnSpPr>
            <a:endCxn id="95" idx="0"/>
          </p:cNvCxnSpPr>
          <p:nvPr/>
        </p:nvCxnSpPr>
        <p:spPr>
          <a:xfrm flipH="1">
            <a:off x="6515146" y="4610112"/>
            <a:ext cx="1031400" cy="172200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" name="Google Shape;103;p1"/>
          <p:cNvCxnSpPr>
            <a:endCxn id="96" idx="0"/>
          </p:cNvCxnSpPr>
          <p:nvPr/>
        </p:nvCxnSpPr>
        <p:spPr>
          <a:xfrm flipH="1">
            <a:off x="8304322" y="4371450"/>
            <a:ext cx="170400" cy="410100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4" name="Google Shape;104;p1"/>
          <p:cNvCxnSpPr>
            <a:endCxn id="97" idx="0"/>
          </p:cNvCxnSpPr>
          <p:nvPr/>
        </p:nvCxnSpPr>
        <p:spPr>
          <a:xfrm>
            <a:off x="9978182" y="4381350"/>
            <a:ext cx="170400" cy="400200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5" name="Google Shape;105;p1"/>
          <p:cNvCxnSpPr>
            <a:endCxn id="98" idx="0"/>
          </p:cNvCxnSpPr>
          <p:nvPr/>
        </p:nvCxnSpPr>
        <p:spPr>
          <a:xfrm>
            <a:off x="11580708" y="4374750"/>
            <a:ext cx="371100" cy="406800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" name="Google Shape;106;p1"/>
          <p:cNvSpPr/>
          <p:nvPr/>
        </p:nvSpPr>
        <p:spPr>
          <a:xfrm>
            <a:off x="10826496" y="226822"/>
            <a:ext cx="1975104" cy="1746504"/>
          </a:xfrm>
          <a:prstGeom prst="rect">
            <a:avLst/>
          </a:prstGeom>
          <a:noFill/>
          <a:ln cap="flat" cmpd="sng" w="1905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rPr>
              <a:t>Draw and label a wave:</a:t>
            </a:r>
            <a:endParaRPr/>
          </a:p>
        </p:txBody>
      </p:sp>
      <p:cxnSp>
        <p:nvCxnSpPr>
          <p:cNvPr id="107" name="Google Shape;107;p1"/>
          <p:cNvCxnSpPr/>
          <p:nvPr/>
        </p:nvCxnSpPr>
        <p:spPr>
          <a:xfrm>
            <a:off x="10911840" y="538449"/>
            <a:ext cx="0" cy="1177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1"/>
          <p:cNvCxnSpPr/>
          <p:nvPr/>
        </p:nvCxnSpPr>
        <p:spPr>
          <a:xfrm>
            <a:off x="10911840" y="1121633"/>
            <a:ext cx="169773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1"/>
          <p:cNvSpPr txBox="1"/>
          <p:nvPr/>
        </p:nvSpPr>
        <p:spPr>
          <a:xfrm>
            <a:off x="11596962" y="1086850"/>
            <a:ext cx="3000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1s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2459535" y="1086980"/>
            <a:ext cx="3000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2025-10-13T01:07:13Z</dcterms:created>
  <dc:creator>Nicola Anderson</dc:creator>
</cp:coreProperties>
</file>